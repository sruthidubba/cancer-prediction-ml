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0" r:id="rId7"/>
    <p:sldId id="262" r:id="rId8"/>
    <p:sldId id="264" r:id="rId9"/>
    <p:sldId id="266" r:id="rId10"/>
    <p:sldId id="267" r:id="rId11"/>
    <p:sldId id="268"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7" d="100"/>
          <a:sy n="47" d="100"/>
        </p:scale>
        <p:origin x="50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21" Type="http://schemas.openxmlformats.org/officeDocument/2006/relationships/image" Target="../media/image20.png"/><Relationship Id="rId34" Type="http://schemas.openxmlformats.org/officeDocument/2006/relationships/image" Target="../media/image33.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150" b="0" i="0">
                <a:solidFill>
                  <a:srgbClr val="041C40"/>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150" b="0" i="0">
                <a:solidFill>
                  <a:srgbClr val="041C4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513537" y="5175205"/>
            <a:ext cx="2009139" cy="5112385"/>
          </a:xfrm>
          <a:custGeom>
            <a:avLst/>
            <a:gdLst/>
            <a:ahLst/>
            <a:cxnLst/>
            <a:rect l="l" t="t" r="r" b="b"/>
            <a:pathLst>
              <a:path w="2009140" h="5112384">
                <a:moveTo>
                  <a:pt x="0" y="5111793"/>
                </a:moveTo>
                <a:lnTo>
                  <a:pt x="27476" y="5081908"/>
                </a:lnTo>
                <a:lnTo>
                  <a:pt x="66594" y="5038703"/>
                </a:lnTo>
                <a:lnTo>
                  <a:pt x="85432" y="5017575"/>
                </a:lnTo>
              </a:path>
              <a:path w="2009140" h="5112384">
                <a:moveTo>
                  <a:pt x="85432" y="5017575"/>
                </a:moveTo>
                <a:lnTo>
                  <a:pt x="105383" y="4995199"/>
                </a:lnTo>
                <a:lnTo>
                  <a:pt x="143842" y="4951395"/>
                </a:lnTo>
                <a:lnTo>
                  <a:pt x="181970" y="4907295"/>
                </a:lnTo>
                <a:lnTo>
                  <a:pt x="196203" y="4890575"/>
                </a:lnTo>
              </a:path>
              <a:path w="2009140" h="5112384">
                <a:moveTo>
                  <a:pt x="196203" y="4890575"/>
                </a:moveTo>
                <a:lnTo>
                  <a:pt x="219763" y="4862900"/>
                </a:lnTo>
                <a:lnTo>
                  <a:pt x="257221" y="4818212"/>
                </a:lnTo>
                <a:lnTo>
                  <a:pt x="294341" y="4773233"/>
                </a:lnTo>
                <a:lnTo>
                  <a:pt x="302188" y="4763575"/>
                </a:lnTo>
              </a:path>
              <a:path w="2009140" h="5112384">
                <a:moveTo>
                  <a:pt x="302188" y="4763575"/>
                </a:moveTo>
                <a:lnTo>
                  <a:pt x="331121" y="4727965"/>
                </a:lnTo>
                <a:lnTo>
                  <a:pt x="367559" y="4682411"/>
                </a:lnTo>
                <a:lnTo>
                  <a:pt x="403656" y="4636571"/>
                </a:lnTo>
              </a:path>
              <a:path w="2009140" h="5112384">
                <a:moveTo>
                  <a:pt x="403654" y="4636575"/>
                </a:moveTo>
                <a:lnTo>
                  <a:pt x="439403" y="4590448"/>
                </a:lnTo>
                <a:lnTo>
                  <a:pt x="474804" y="4544044"/>
                </a:lnTo>
                <a:lnTo>
                  <a:pt x="500685" y="4509575"/>
                </a:lnTo>
              </a:path>
              <a:path w="2009140" h="5112384">
                <a:moveTo>
                  <a:pt x="500685" y="4509575"/>
                </a:moveTo>
                <a:lnTo>
                  <a:pt x="509856" y="4497360"/>
                </a:lnTo>
                <a:lnTo>
                  <a:pt x="544557" y="4450400"/>
                </a:lnTo>
                <a:lnTo>
                  <a:pt x="578904" y="4403164"/>
                </a:lnTo>
                <a:lnTo>
                  <a:pt x="593635" y="4382575"/>
                </a:lnTo>
              </a:path>
              <a:path w="2009140" h="5112384">
                <a:moveTo>
                  <a:pt x="593635" y="4382575"/>
                </a:moveTo>
                <a:lnTo>
                  <a:pt x="612896" y="4355654"/>
                </a:lnTo>
                <a:lnTo>
                  <a:pt x="646530" y="4307874"/>
                </a:lnTo>
                <a:lnTo>
                  <a:pt x="679805" y="4259824"/>
                </a:lnTo>
                <a:lnTo>
                  <a:pt x="682699" y="4255575"/>
                </a:lnTo>
              </a:path>
              <a:path w="2009140" h="5112384">
                <a:moveTo>
                  <a:pt x="682699" y="4255575"/>
                </a:moveTo>
                <a:lnTo>
                  <a:pt x="712719" y="4211506"/>
                </a:lnTo>
                <a:lnTo>
                  <a:pt x="745270" y="4162923"/>
                </a:lnTo>
                <a:lnTo>
                  <a:pt x="767902" y="4128575"/>
                </a:lnTo>
              </a:path>
              <a:path w="2009140" h="5112384">
                <a:moveTo>
                  <a:pt x="767902" y="4128575"/>
                </a:moveTo>
                <a:lnTo>
                  <a:pt x="777456" y="4114076"/>
                </a:lnTo>
                <a:lnTo>
                  <a:pt x="809274" y="4064968"/>
                </a:lnTo>
                <a:lnTo>
                  <a:pt x="840724" y="4015600"/>
                </a:lnTo>
                <a:lnTo>
                  <a:pt x="849507" y="4001575"/>
                </a:lnTo>
              </a:path>
              <a:path w="2009140" h="5112384">
                <a:moveTo>
                  <a:pt x="849507" y="4001575"/>
                </a:moveTo>
                <a:lnTo>
                  <a:pt x="871802" y="3965974"/>
                </a:lnTo>
                <a:lnTo>
                  <a:pt x="902507" y="3916093"/>
                </a:lnTo>
                <a:lnTo>
                  <a:pt x="927624" y="3874575"/>
                </a:lnTo>
              </a:path>
              <a:path w="2009140" h="5112384">
                <a:moveTo>
                  <a:pt x="927624" y="3874575"/>
                </a:moveTo>
                <a:lnTo>
                  <a:pt x="932838" y="3865958"/>
                </a:lnTo>
                <a:lnTo>
                  <a:pt x="962792" y="3815570"/>
                </a:lnTo>
                <a:lnTo>
                  <a:pt x="992366" y="3764933"/>
                </a:lnTo>
                <a:lnTo>
                  <a:pt x="1002325" y="3747575"/>
                </a:lnTo>
              </a:path>
              <a:path w="2009140" h="5112384">
                <a:moveTo>
                  <a:pt x="1002325" y="3747575"/>
                </a:moveTo>
                <a:lnTo>
                  <a:pt x="1021561" y="3714048"/>
                </a:lnTo>
                <a:lnTo>
                  <a:pt x="1050372" y="3662917"/>
                </a:lnTo>
                <a:lnTo>
                  <a:pt x="1073801" y="3620575"/>
                </a:lnTo>
              </a:path>
              <a:path w="2009140" h="5112384">
                <a:moveTo>
                  <a:pt x="1073801" y="3620575"/>
                </a:moveTo>
                <a:lnTo>
                  <a:pt x="1078799" y="3611542"/>
                </a:lnTo>
                <a:lnTo>
                  <a:pt x="1106839" y="3559925"/>
                </a:lnTo>
                <a:lnTo>
                  <a:pt x="1134490" y="3508068"/>
                </a:lnTo>
                <a:lnTo>
                  <a:pt x="1142074" y="3493575"/>
                </a:lnTo>
              </a:path>
              <a:path w="2009140" h="5112384">
                <a:moveTo>
                  <a:pt x="1142074" y="3493575"/>
                </a:moveTo>
                <a:lnTo>
                  <a:pt x="1161751" y="3455973"/>
                </a:lnTo>
                <a:lnTo>
                  <a:pt x="1188620" y="3403641"/>
                </a:lnTo>
                <a:lnTo>
                  <a:pt x="1207287" y="3366575"/>
                </a:lnTo>
              </a:path>
              <a:path w="2009140" h="5112384">
                <a:moveTo>
                  <a:pt x="1207287" y="3366575"/>
                </a:moveTo>
                <a:lnTo>
                  <a:pt x="1215094" y="3351075"/>
                </a:lnTo>
                <a:lnTo>
                  <a:pt x="1241171" y="3298277"/>
                </a:lnTo>
                <a:lnTo>
                  <a:pt x="1266851" y="3245248"/>
                </a:lnTo>
                <a:lnTo>
                  <a:pt x="1269543" y="3239575"/>
                </a:lnTo>
              </a:path>
              <a:path w="2009140" h="5112384">
                <a:moveTo>
                  <a:pt x="1269543" y="3239575"/>
                </a:moveTo>
                <a:lnTo>
                  <a:pt x="1292130" y="3191991"/>
                </a:lnTo>
                <a:lnTo>
                  <a:pt x="1317006" y="3138507"/>
                </a:lnTo>
                <a:lnTo>
                  <a:pt x="1328822" y="3112575"/>
                </a:lnTo>
              </a:path>
              <a:path w="2009140" h="5112384">
                <a:moveTo>
                  <a:pt x="1328822" y="3112575"/>
                </a:moveTo>
                <a:lnTo>
                  <a:pt x="1341479" y="3084799"/>
                </a:lnTo>
                <a:lnTo>
                  <a:pt x="1365545" y="3030869"/>
                </a:lnTo>
                <a:lnTo>
                  <a:pt x="1385333" y="2985575"/>
                </a:lnTo>
              </a:path>
              <a:path w="2009140" h="5112384">
                <a:moveTo>
                  <a:pt x="1385333" y="2985575"/>
                </a:moveTo>
                <a:lnTo>
                  <a:pt x="1389203" y="2976717"/>
                </a:lnTo>
                <a:lnTo>
                  <a:pt x="1412452" y="2922347"/>
                </a:lnTo>
                <a:lnTo>
                  <a:pt x="1435288" y="2867761"/>
                </a:lnTo>
                <a:lnTo>
                  <a:pt x="1439046" y="2858575"/>
                </a:lnTo>
              </a:path>
              <a:path w="2009140" h="5112384">
                <a:moveTo>
                  <a:pt x="1439046" y="2858575"/>
                </a:moveTo>
                <a:lnTo>
                  <a:pt x="1457710" y="2812960"/>
                </a:lnTo>
                <a:lnTo>
                  <a:pt x="1479716" y="2757945"/>
                </a:lnTo>
                <a:lnTo>
                  <a:pt x="1490025" y="2731575"/>
                </a:lnTo>
              </a:path>
              <a:path w="2009140" h="5112384">
                <a:moveTo>
                  <a:pt x="1490025" y="2731575"/>
                </a:moveTo>
                <a:lnTo>
                  <a:pt x="1501305" y="2702720"/>
                </a:lnTo>
                <a:lnTo>
                  <a:pt x="1522473" y="2647287"/>
                </a:lnTo>
                <a:lnTo>
                  <a:pt x="1538399" y="2604575"/>
                </a:lnTo>
              </a:path>
              <a:path w="2009140" h="5112384">
                <a:moveTo>
                  <a:pt x="1538399" y="2604575"/>
                </a:moveTo>
                <a:lnTo>
                  <a:pt x="1543220" y="2591646"/>
                </a:lnTo>
                <a:lnTo>
                  <a:pt x="1563543" y="2535800"/>
                </a:lnTo>
                <a:lnTo>
                  <a:pt x="1583440" y="2479751"/>
                </a:lnTo>
                <a:lnTo>
                  <a:pt x="1584193" y="2477575"/>
                </a:lnTo>
              </a:path>
              <a:path w="2009140" h="5112384">
                <a:moveTo>
                  <a:pt x="1584193" y="2477575"/>
                </a:moveTo>
                <a:lnTo>
                  <a:pt x="1602910" y="2423501"/>
                </a:lnTo>
                <a:lnTo>
                  <a:pt x="1621950" y="2367052"/>
                </a:lnTo>
                <a:lnTo>
                  <a:pt x="1627363" y="2350575"/>
                </a:lnTo>
              </a:path>
              <a:path w="2009140" h="5112384">
                <a:moveTo>
                  <a:pt x="1627363" y="2350575"/>
                </a:moveTo>
                <a:lnTo>
                  <a:pt x="1640559" y="2310406"/>
                </a:lnTo>
                <a:lnTo>
                  <a:pt x="1658734" y="2253565"/>
                </a:lnTo>
                <a:lnTo>
                  <a:pt x="1668061" y="2223575"/>
                </a:lnTo>
              </a:path>
              <a:path w="2009140" h="5112384">
                <a:moveTo>
                  <a:pt x="1668061" y="2223575"/>
                </a:moveTo>
                <a:lnTo>
                  <a:pt x="1676473" y="2196530"/>
                </a:lnTo>
                <a:lnTo>
                  <a:pt x="1693775" y="2139304"/>
                </a:lnTo>
                <a:lnTo>
                  <a:pt x="1706325" y="2096575"/>
                </a:lnTo>
              </a:path>
              <a:path w="2009140" h="5112384">
                <a:moveTo>
                  <a:pt x="1706325" y="2096575"/>
                </a:moveTo>
                <a:lnTo>
                  <a:pt x="1710638" y="2081889"/>
                </a:lnTo>
                <a:lnTo>
                  <a:pt x="1727060" y="2024286"/>
                </a:lnTo>
                <a:lnTo>
                  <a:pt x="1742187" y="1969575"/>
                </a:lnTo>
              </a:path>
              <a:path w="2009140" h="5112384">
                <a:moveTo>
                  <a:pt x="1742187" y="1969575"/>
                </a:moveTo>
                <a:lnTo>
                  <a:pt x="1743038" y="1966498"/>
                </a:lnTo>
                <a:lnTo>
                  <a:pt x="1758571" y="1908526"/>
                </a:lnTo>
                <a:lnTo>
                  <a:pt x="1773657" y="1850373"/>
                </a:lnTo>
                <a:lnTo>
                  <a:pt x="1775613" y="1842575"/>
                </a:lnTo>
              </a:path>
              <a:path w="2009140" h="5112384">
                <a:moveTo>
                  <a:pt x="1775613" y="1842575"/>
                </a:moveTo>
                <a:lnTo>
                  <a:pt x="1788293" y="1792040"/>
                </a:lnTo>
                <a:lnTo>
                  <a:pt x="1802479" y="1733530"/>
                </a:lnTo>
                <a:lnTo>
                  <a:pt x="1806680" y="1715575"/>
                </a:lnTo>
              </a:path>
              <a:path w="2009140" h="5112384">
                <a:moveTo>
                  <a:pt x="1806680" y="1715575"/>
                </a:moveTo>
                <a:lnTo>
                  <a:pt x="1816211" y="1674844"/>
                </a:lnTo>
                <a:lnTo>
                  <a:pt x="1829489" y="1615984"/>
                </a:lnTo>
                <a:lnTo>
                  <a:pt x="1835442" y="1588575"/>
                </a:lnTo>
              </a:path>
              <a:path w="2009140" h="5112384">
                <a:moveTo>
                  <a:pt x="1835442" y="1588575"/>
                </a:moveTo>
                <a:lnTo>
                  <a:pt x="1842310" y="1556952"/>
                </a:lnTo>
                <a:lnTo>
                  <a:pt x="1854671" y="1497751"/>
                </a:lnTo>
                <a:lnTo>
                  <a:pt x="1861923" y="1461575"/>
                </a:lnTo>
              </a:path>
              <a:path w="2009140" h="5112384">
                <a:moveTo>
                  <a:pt x="1861923" y="1461575"/>
                </a:moveTo>
                <a:lnTo>
                  <a:pt x="1866572" y="1438381"/>
                </a:lnTo>
                <a:lnTo>
                  <a:pt x="1878010" y="1378846"/>
                </a:lnTo>
                <a:lnTo>
                  <a:pt x="1886148" y="1334575"/>
                </a:lnTo>
              </a:path>
              <a:path w="2009140" h="5112384">
                <a:moveTo>
                  <a:pt x="1886148" y="1334575"/>
                </a:moveTo>
                <a:lnTo>
                  <a:pt x="1888984" y="1319147"/>
                </a:lnTo>
                <a:lnTo>
                  <a:pt x="1899490" y="1259286"/>
                </a:lnTo>
                <a:lnTo>
                  <a:pt x="1908138" y="1207575"/>
                </a:lnTo>
              </a:path>
              <a:path w="2009140" h="5112384">
                <a:moveTo>
                  <a:pt x="1908138" y="1207575"/>
                </a:moveTo>
                <a:lnTo>
                  <a:pt x="1909528" y="1199264"/>
                </a:lnTo>
                <a:lnTo>
                  <a:pt x="1919095" y="1139085"/>
                </a:lnTo>
                <a:lnTo>
                  <a:pt x="1927915" y="1080575"/>
                </a:lnTo>
              </a:path>
              <a:path w="2009140" h="5112384">
                <a:moveTo>
                  <a:pt x="1927915" y="1080575"/>
                </a:moveTo>
                <a:lnTo>
                  <a:pt x="1928190" y="1078749"/>
                </a:lnTo>
                <a:lnTo>
                  <a:pt x="1936810" y="1018260"/>
                </a:lnTo>
                <a:lnTo>
                  <a:pt x="1944954" y="957618"/>
                </a:lnTo>
                <a:lnTo>
                  <a:pt x="1945464" y="953575"/>
                </a:lnTo>
              </a:path>
              <a:path w="2009140" h="5112384">
                <a:moveTo>
                  <a:pt x="1945464" y="953575"/>
                </a:moveTo>
                <a:lnTo>
                  <a:pt x="1952619" y="896825"/>
                </a:lnTo>
                <a:lnTo>
                  <a:pt x="1959804" y="835885"/>
                </a:lnTo>
                <a:lnTo>
                  <a:pt x="1960826" y="826575"/>
                </a:lnTo>
              </a:path>
              <a:path w="2009140" h="5112384">
                <a:moveTo>
                  <a:pt x="1960826" y="826575"/>
                </a:moveTo>
                <a:lnTo>
                  <a:pt x="1966507" y="774798"/>
                </a:lnTo>
                <a:lnTo>
                  <a:pt x="1972725" y="713566"/>
                </a:lnTo>
                <a:lnTo>
                  <a:pt x="1974032" y="699575"/>
                </a:lnTo>
              </a:path>
              <a:path w="2009140" h="5112384">
                <a:moveTo>
                  <a:pt x="1974032" y="699575"/>
                </a:moveTo>
                <a:lnTo>
                  <a:pt x="1978457" y="652192"/>
                </a:lnTo>
                <a:lnTo>
                  <a:pt x="1983701" y="590678"/>
                </a:lnTo>
                <a:lnTo>
                  <a:pt x="1985097" y="572576"/>
                </a:lnTo>
              </a:path>
              <a:path w="2009140" h="5112384">
                <a:moveTo>
                  <a:pt x="1985097" y="572576"/>
                </a:moveTo>
                <a:lnTo>
                  <a:pt x="1988455" y="529025"/>
                </a:lnTo>
                <a:lnTo>
                  <a:pt x="1992717" y="467235"/>
                </a:lnTo>
                <a:lnTo>
                  <a:pt x="1994034" y="445576"/>
                </a:lnTo>
              </a:path>
              <a:path w="2009140" h="5112384">
                <a:moveTo>
                  <a:pt x="1994034" y="445576"/>
                </a:moveTo>
                <a:lnTo>
                  <a:pt x="1996484" y="405311"/>
                </a:lnTo>
                <a:lnTo>
                  <a:pt x="1999756" y="343254"/>
                </a:lnTo>
                <a:lnTo>
                  <a:pt x="2000856" y="318576"/>
                </a:lnTo>
              </a:path>
              <a:path w="2009140" h="5112384">
                <a:moveTo>
                  <a:pt x="2000856" y="318576"/>
                </a:moveTo>
                <a:lnTo>
                  <a:pt x="2002529" y="281066"/>
                </a:lnTo>
                <a:lnTo>
                  <a:pt x="2004803" y="218749"/>
                </a:lnTo>
                <a:lnTo>
                  <a:pt x="2005574" y="191576"/>
                </a:lnTo>
              </a:path>
              <a:path w="2009140" h="5112384">
                <a:moveTo>
                  <a:pt x="2005574" y="191576"/>
                </a:moveTo>
                <a:lnTo>
                  <a:pt x="2006575" y="156306"/>
                </a:lnTo>
                <a:lnTo>
                  <a:pt x="2007843" y="93738"/>
                </a:lnTo>
                <a:lnTo>
                  <a:pt x="2008198" y="64576"/>
                </a:lnTo>
              </a:path>
              <a:path w="2009140" h="5112384">
                <a:moveTo>
                  <a:pt x="2008198" y="64576"/>
                </a:moveTo>
                <a:lnTo>
                  <a:pt x="2008605" y="31046"/>
                </a:lnTo>
                <a:lnTo>
                  <a:pt x="2008731" y="0"/>
                </a:lnTo>
              </a:path>
            </a:pathLst>
          </a:custGeom>
          <a:ln w="76199">
            <a:solidFill>
              <a:srgbClr val="135CA0"/>
            </a:solidFill>
          </a:ln>
        </p:spPr>
        <p:txBody>
          <a:bodyPr wrap="square" lIns="0" tIns="0" rIns="0" bIns="0" rtlCol="0"/>
          <a:lstStyle/>
          <a:p>
            <a:endParaRPr/>
          </a:p>
        </p:txBody>
      </p:sp>
      <p:sp>
        <p:nvSpPr>
          <p:cNvPr id="17" name="bg object 17"/>
          <p:cNvSpPr/>
          <p:nvPr/>
        </p:nvSpPr>
        <p:spPr>
          <a:xfrm>
            <a:off x="0" y="0"/>
            <a:ext cx="7874634" cy="10287000"/>
          </a:xfrm>
          <a:custGeom>
            <a:avLst/>
            <a:gdLst/>
            <a:ahLst/>
            <a:cxnLst/>
            <a:rect l="l" t="t" r="r" b="b"/>
            <a:pathLst>
              <a:path w="7874634" h="10287000">
                <a:moveTo>
                  <a:pt x="5694035" y="10286999"/>
                </a:moveTo>
                <a:lnTo>
                  <a:pt x="0" y="10286999"/>
                </a:lnTo>
                <a:lnTo>
                  <a:pt x="0" y="0"/>
                </a:lnTo>
                <a:lnTo>
                  <a:pt x="5484372" y="0"/>
                </a:lnTo>
                <a:lnTo>
                  <a:pt x="5490552" y="12699"/>
                </a:lnTo>
                <a:lnTo>
                  <a:pt x="5609914" y="12699"/>
                </a:lnTo>
                <a:lnTo>
                  <a:pt x="5649151" y="139699"/>
                </a:lnTo>
                <a:lnTo>
                  <a:pt x="5726785" y="139699"/>
                </a:lnTo>
                <a:lnTo>
                  <a:pt x="5765181" y="266699"/>
                </a:lnTo>
                <a:lnTo>
                  <a:pt x="5878655" y="266699"/>
                </a:lnTo>
                <a:lnTo>
                  <a:pt x="5915904" y="393699"/>
                </a:lnTo>
                <a:lnTo>
                  <a:pt x="5989526" y="393699"/>
                </a:lnTo>
                <a:lnTo>
                  <a:pt x="6025896" y="520699"/>
                </a:lnTo>
                <a:lnTo>
                  <a:pt x="6097745" y="520699"/>
                </a:lnTo>
                <a:lnTo>
                  <a:pt x="6133221" y="647699"/>
                </a:lnTo>
                <a:lnTo>
                  <a:pt x="6203264" y="647699"/>
                </a:lnTo>
                <a:lnTo>
                  <a:pt x="6237829" y="774699"/>
                </a:lnTo>
                <a:lnTo>
                  <a:pt x="6306035" y="774699"/>
                </a:lnTo>
                <a:lnTo>
                  <a:pt x="6339673" y="901699"/>
                </a:lnTo>
                <a:lnTo>
                  <a:pt x="6406009" y="901699"/>
                </a:lnTo>
                <a:lnTo>
                  <a:pt x="6438704" y="1028699"/>
                </a:lnTo>
                <a:lnTo>
                  <a:pt x="6503139" y="1028699"/>
                </a:lnTo>
                <a:lnTo>
                  <a:pt x="6534875" y="1155699"/>
                </a:lnTo>
                <a:lnTo>
                  <a:pt x="6597375" y="1155699"/>
                </a:lnTo>
                <a:lnTo>
                  <a:pt x="6628136" y="1282699"/>
                </a:lnTo>
                <a:lnTo>
                  <a:pt x="6688670" y="1282699"/>
                </a:lnTo>
                <a:lnTo>
                  <a:pt x="6718440" y="1409699"/>
                </a:lnTo>
                <a:lnTo>
                  <a:pt x="6776976" y="1409699"/>
                </a:lnTo>
                <a:lnTo>
                  <a:pt x="6805739" y="1536699"/>
                </a:lnTo>
                <a:lnTo>
                  <a:pt x="6862244" y="1536699"/>
                </a:lnTo>
                <a:lnTo>
                  <a:pt x="6889984" y="1663699"/>
                </a:lnTo>
                <a:lnTo>
                  <a:pt x="6917378" y="1663699"/>
                </a:lnTo>
                <a:lnTo>
                  <a:pt x="6944426" y="1790699"/>
                </a:lnTo>
                <a:lnTo>
                  <a:pt x="6997476" y="1790699"/>
                </a:lnTo>
                <a:lnTo>
                  <a:pt x="7023474" y="1917699"/>
                </a:lnTo>
                <a:lnTo>
                  <a:pt x="7074408" y="1917699"/>
                </a:lnTo>
                <a:lnTo>
                  <a:pt x="7099340" y="2044699"/>
                </a:lnTo>
                <a:lnTo>
                  <a:pt x="7148125" y="2044699"/>
                </a:lnTo>
                <a:lnTo>
                  <a:pt x="7171975" y="2171699"/>
                </a:lnTo>
                <a:lnTo>
                  <a:pt x="7195461" y="2171699"/>
                </a:lnTo>
                <a:lnTo>
                  <a:pt x="7218580" y="2298699"/>
                </a:lnTo>
                <a:lnTo>
                  <a:pt x="7263713" y="2298699"/>
                </a:lnTo>
                <a:lnTo>
                  <a:pt x="7285723" y="2425699"/>
                </a:lnTo>
                <a:lnTo>
                  <a:pt x="7307360" y="2425699"/>
                </a:lnTo>
                <a:lnTo>
                  <a:pt x="7328622" y="2552699"/>
                </a:lnTo>
                <a:lnTo>
                  <a:pt x="7370014" y="2552699"/>
                </a:lnTo>
                <a:lnTo>
                  <a:pt x="7390140" y="2679699"/>
                </a:lnTo>
                <a:lnTo>
                  <a:pt x="7409884" y="2679699"/>
                </a:lnTo>
                <a:lnTo>
                  <a:pt x="7429244" y="2806699"/>
                </a:lnTo>
                <a:lnTo>
                  <a:pt x="7466805" y="2806699"/>
                </a:lnTo>
                <a:lnTo>
                  <a:pt x="7485003" y="2933699"/>
                </a:lnTo>
                <a:lnTo>
                  <a:pt x="7502809" y="2933699"/>
                </a:lnTo>
                <a:lnTo>
                  <a:pt x="7520223" y="3060699"/>
                </a:lnTo>
                <a:lnTo>
                  <a:pt x="7553864" y="3060699"/>
                </a:lnTo>
                <a:lnTo>
                  <a:pt x="7570088" y="3187699"/>
                </a:lnTo>
                <a:lnTo>
                  <a:pt x="7585912" y="3187699"/>
                </a:lnTo>
                <a:lnTo>
                  <a:pt x="7601334" y="3314699"/>
                </a:lnTo>
                <a:lnTo>
                  <a:pt x="7630966" y="3314699"/>
                </a:lnTo>
                <a:lnTo>
                  <a:pt x="7645171" y="3441699"/>
                </a:lnTo>
                <a:lnTo>
                  <a:pt x="7658968" y="3441699"/>
                </a:lnTo>
                <a:lnTo>
                  <a:pt x="7672355" y="3568699"/>
                </a:lnTo>
                <a:lnTo>
                  <a:pt x="7685328" y="3568699"/>
                </a:lnTo>
                <a:lnTo>
                  <a:pt x="7697888" y="3695699"/>
                </a:lnTo>
                <a:lnTo>
                  <a:pt x="7721756" y="3695699"/>
                </a:lnTo>
                <a:lnTo>
                  <a:pt x="7733062" y="3822699"/>
                </a:lnTo>
                <a:lnTo>
                  <a:pt x="7743946" y="3822699"/>
                </a:lnTo>
                <a:lnTo>
                  <a:pt x="7754407" y="3949699"/>
                </a:lnTo>
                <a:lnTo>
                  <a:pt x="7764443" y="3949699"/>
                </a:lnTo>
                <a:lnTo>
                  <a:pt x="7774052" y="4076699"/>
                </a:lnTo>
                <a:lnTo>
                  <a:pt x="7791982" y="4076699"/>
                </a:lnTo>
                <a:lnTo>
                  <a:pt x="7800300" y="4203699"/>
                </a:lnTo>
                <a:lnTo>
                  <a:pt x="7808184" y="4203699"/>
                </a:lnTo>
                <a:lnTo>
                  <a:pt x="7815632" y="4330699"/>
                </a:lnTo>
                <a:lnTo>
                  <a:pt x="7822642" y="4330699"/>
                </a:lnTo>
                <a:lnTo>
                  <a:pt x="7829213" y="4457699"/>
                </a:lnTo>
                <a:lnTo>
                  <a:pt x="7841030" y="4457699"/>
                </a:lnTo>
                <a:lnTo>
                  <a:pt x="7846273" y="4584699"/>
                </a:lnTo>
                <a:lnTo>
                  <a:pt x="7851068" y="4584699"/>
                </a:lnTo>
                <a:lnTo>
                  <a:pt x="7855416" y="4711699"/>
                </a:lnTo>
                <a:lnTo>
                  <a:pt x="7859314" y="4711699"/>
                </a:lnTo>
                <a:lnTo>
                  <a:pt x="7862759" y="4838699"/>
                </a:lnTo>
                <a:lnTo>
                  <a:pt x="7865751" y="4838699"/>
                </a:lnTo>
                <a:lnTo>
                  <a:pt x="7868288" y="4965699"/>
                </a:lnTo>
                <a:lnTo>
                  <a:pt x="7871988" y="4965699"/>
                </a:lnTo>
                <a:lnTo>
                  <a:pt x="7873148" y="5092699"/>
                </a:lnTo>
                <a:lnTo>
                  <a:pt x="7873845" y="5092699"/>
                </a:lnTo>
                <a:lnTo>
                  <a:pt x="7874077" y="5219699"/>
                </a:lnTo>
                <a:lnTo>
                  <a:pt x="7873845" y="5219699"/>
                </a:lnTo>
                <a:lnTo>
                  <a:pt x="7873148" y="5346699"/>
                </a:lnTo>
                <a:lnTo>
                  <a:pt x="7871988" y="5346699"/>
                </a:lnTo>
                <a:lnTo>
                  <a:pt x="7870367" y="5473699"/>
                </a:lnTo>
                <a:lnTo>
                  <a:pt x="7868288" y="5473699"/>
                </a:lnTo>
                <a:lnTo>
                  <a:pt x="7865751" y="5600699"/>
                </a:lnTo>
                <a:lnTo>
                  <a:pt x="7859314" y="5600699"/>
                </a:lnTo>
                <a:lnTo>
                  <a:pt x="7855416" y="5727699"/>
                </a:lnTo>
                <a:lnTo>
                  <a:pt x="7851068" y="5727699"/>
                </a:lnTo>
                <a:lnTo>
                  <a:pt x="7846273" y="5854699"/>
                </a:lnTo>
                <a:lnTo>
                  <a:pt x="7841030" y="5854699"/>
                </a:lnTo>
                <a:lnTo>
                  <a:pt x="7835343" y="5981699"/>
                </a:lnTo>
                <a:lnTo>
                  <a:pt x="7829213" y="5981699"/>
                </a:lnTo>
                <a:lnTo>
                  <a:pt x="7822642" y="6108699"/>
                </a:lnTo>
                <a:lnTo>
                  <a:pt x="7808184" y="6108699"/>
                </a:lnTo>
                <a:lnTo>
                  <a:pt x="7800300" y="6235699"/>
                </a:lnTo>
                <a:lnTo>
                  <a:pt x="7791982" y="6235699"/>
                </a:lnTo>
                <a:lnTo>
                  <a:pt x="7783232" y="6362699"/>
                </a:lnTo>
                <a:lnTo>
                  <a:pt x="7774052" y="6362699"/>
                </a:lnTo>
                <a:lnTo>
                  <a:pt x="7764443" y="6489699"/>
                </a:lnTo>
                <a:lnTo>
                  <a:pt x="7743946" y="6489699"/>
                </a:lnTo>
                <a:lnTo>
                  <a:pt x="7733062" y="6616699"/>
                </a:lnTo>
                <a:lnTo>
                  <a:pt x="7721756" y="6616699"/>
                </a:lnTo>
                <a:lnTo>
                  <a:pt x="7710031" y="6743699"/>
                </a:lnTo>
                <a:lnTo>
                  <a:pt x="7697888" y="6743699"/>
                </a:lnTo>
                <a:lnTo>
                  <a:pt x="7685328" y="6870699"/>
                </a:lnTo>
                <a:lnTo>
                  <a:pt x="7658968" y="6870699"/>
                </a:lnTo>
                <a:lnTo>
                  <a:pt x="7645171" y="6997699"/>
                </a:lnTo>
                <a:lnTo>
                  <a:pt x="7630966" y="6997699"/>
                </a:lnTo>
                <a:lnTo>
                  <a:pt x="7616352" y="7124699"/>
                </a:lnTo>
                <a:lnTo>
                  <a:pt x="7585912" y="7124699"/>
                </a:lnTo>
                <a:lnTo>
                  <a:pt x="7570088" y="7251699"/>
                </a:lnTo>
                <a:lnTo>
                  <a:pt x="7553864" y="7251699"/>
                </a:lnTo>
                <a:lnTo>
                  <a:pt x="7537241" y="7378699"/>
                </a:lnTo>
                <a:lnTo>
                  <a:pt x="7520223" y="7378699"/>
                </a:lnTo>
                <a:lnTo>
                  <a:pt x="7502809" y="7505699"/>
                </a:lnTo>
                <a:lnTo>
                  <a:pt x="7466805" y="7505699"/>
                </a:lnTo>
                <a:lnTo>
                  <a:pt x="7448219" y="7632699"/>
                </a:lnTo>
                <a:lnTo>
                  <a:pt x="7429244" y="7632699"/>
                </a:lnTo>
                <a:lnTo>
                  <a:pt x="7409884" y="7759699"/>
                </a:lnTo>
                <a:lnTo>
                  <a:pt x="7370014" y="7759699"/>
                </a:lnTo>
                <a:lnTo>
                  <a:pt x="7349508" y="7886699"/>
                </a:lnTo>
                <a:lnTo>
                  <a:pt x="7328622" y="7886699"/>
                </a:lnTo>
                <a:lnTo>
                  <a:pt x="7307360" y="8013699"/>
                </a:lnTo>
                <a:lnTo>
                  <a:pt x="7263713" y="8013699"/>
                </a:lnTo>
                <a:lnTo>
                  <a:pt x="7241331" y="8140699"/>
                </a:lnTo>
                <a:lnTo>
                  <a:pt x="7195461" y="8140699"/>
                </a:lnTo>
                <a:lnTo>
                  <a:pt x="7171975" y="8267699"/>
                </a:lnTo>
                <a:lnTo>
                  <a:pt x="7148125" y="8267699"/>
                </a:lnTo>
                <a:lnTo>
                  <a:pt x="7123913" y="8394699"/>
                </a:lnTo>
                <a:lnTo>
                  <a:pt x="7074408" y="8394699"/>
                </a:lnTo>
                <a:lnTo>
                  <a:pt x="7049119" y="8521699"/>
                </a:lnTo>
                <a:lnTo>
                  <a:pt x="6997476" y="8521699"/>
                </a:lnTo>
                <a:lnTo>
                  <a:pt x="6971126" y="8648699"/>
                </a:lnTo>
                <a:lnTo>
                  <a:pt x="6944426" y="8648699"/>
                </a:lnTo>
                <a:lnTo>
                  <a:pt x="6917378" y="8775699"/>
                </a:lnTo>
                <a:lnTo>
                  <a:pt x="6862244" y="8775699"/>
                </a:lnTo>
                <a:lnTo>
                  <a:pt x="6834162" y="8902699"/>
                </a:lnTo>
                <a:lnTo>
                  <a:pt x="6776976" y="8902699"/>
                </a:lnTo>
                <a:lnTo>
                  <a:pt x="6747876" y="9029699"/>
                </a:lnTo>
                <a:lnTo>
                  <a:pt x="6688670" y="9029699"/>
                </a:lnTo>
                <a:lnTo>
                  <a:pt x="6658568" y="9156699"/>
                </a:lnTo>
                <a:lnTo>
                  <a:pt x="6597375" y="9156699"/>
                </a:lnTo>
                <a:lnTo>
                  <a:pt x="6566287" y="9283699"/>
                </a:lnTo>
                <a:lnTo>
                  <a:pt x="6503139" y="9283699"/>
                </a:lnTo>
                <a:lnTo>
                  <a:pt x="6471081" y="9410699"/>
                </a:lnTo>
                <a:lnTo>
                  <a:pt x="6406009" y="9410699"/>
                </a:lnTo>
                <a:lnTo>
                  <a:pt x="6372998" y="9537699"/>
                </a:lnTo>
                <a:lnTo>
                  <a:pt x="6306035" y="9537699"/>
                </a:lnTo>
                <a:lnTo>
                  <a:pt x="6272086" y="9664699"/>
                </a:lnTo>
                <a:lnTo>
                  <a:pt x="6203264" y="9664699"/>
                </a:lnTo>
                <a:lnTo>
                  <a:pt x="6168394" y="9791699"/>
                </a:lnTo>
                <a:lnTo>
                  <a:pt x="6097745" y="9791699"/>
                </a:lnTo>
                <a:lnTo>
                  <a:pt x="6061970" y="9918699"/>
                </a:lnTo>
                <a:lnTo>
                  <a:pt x="5989526" y="9918699"/>
                </a:lnTo>
                <a:lnTo>
                  <a:pt x="5952861" y="10045699"/>
                </a:lnTo>
                <a:lnTo>
                  <a:pt x="5841117" y="10045699"/>
                </a:lnTo>
                <a:lnTo>
                  <a:pt x="5803292" y="10172699"/>
                </a:lnTo>
                <a:lnTo>
                  <a:pt x="5726785" y="10172699"/>
                </a:lnTo>
                <a:lnTo>
                  <a:pt x="5694035" y="10286999"/>
                </a:lnTo>
                <a:close/>
              </a:path>
            </a:pathLst>
          </a:custGeom>
          <a:solidFill>
            <a:srgbClr val="135CA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50" b="0" i="0">
                <a:solidFill>
                  <a:srgbClr val="041C40"/>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85043" y="8252358"/>
            <a:ext cx="38735" cy="98425"/>
          </a:xfrm>
          <a:custGeom>
            <a:avLst/>
            <a:gdLst/>
            <a:ahLst/>
            <a:cxnLst/>
            <a:rect l="l" t="t" r="r" b="b"/>
            <a:pathLst>
              <a:path w="38735" h="98425">
                <a:moveTo>
                  <a:pt x="19205" y="98381"/>
                </a:moveTo>
                <a:lnTo>
                  <a:pt x="11748" y="96870"/>
                </a:lnTo>
                <a:lnTo>
                  <a:pt x="5641" y="92753"/>
                </a:lnTo>
                <a:lnTo>
                  <a:pt x="1515" y="86661"/>
                </a:lnTo>
                <a:lnTo>
                  <a:pt x="0" y="79222"/>
                </a:lnTo>
                <a:lnTo>
                  <a:pt x="0" y="19159"/>
                </a:lnTo>
                <a:lnTo>
                  <a:pt x="1515" y="11719"/>
                </a:lnTo>
                <a:lnTo>
                  <a:pt x="5641" y="5627"/>
                </a:lnTo>
                <a:lnTo>
                  <a:pt x="11748" y="1511"/>
                </a:lnTo>
                <a:lnTo>
                  <a:pt x="19205" y="0"/>
                </a:lnTo>
                <a:lnTo>
                  <a:pt x="26662" y="1511"/>
                </a:lnTo>
                <a:lnTo>
                  <a:pt x="32769" y="5627"/>
                </a:lnTo>
                <a:lnTo>
                  <a:pt x="36895" y="11719"/>
                </a:lnTo>
                <a:lnTo>
                  <a:pt x="38411" y="19159"/>
                </a:lnTo>
                <a:lnTo>
                  <a:pt x="38411" y="79222"/>
                </a:lnTo>
                <a:lnTo>
                  <a:pt x="36895" y="86661"/>
                </a:lnTo>
                <a:lnTo>
                  <a:pt x="32769" y="92753"/>
                </a:lnTo>
                <a:lnTo>
                  <a:pt x="26662" y="96870"/>
                </a:lnTo>
                <a:lnTo>
                  <a:pt x="19205" y="98381"/>
                </a:lnTo>
                <a:close/>
              </a:path>
            </a:pathLst>
          </a:custGeom>
          <a:solidFill>
            <a:srgbClr val="000000"/>
          </a:solidFill>
        </p:spPr>
        <p:txBody>
          <a:bodyPr wrap="square" lIns="0" tIns="0" rIns="0" bIns="0" rtlCol="0"/>
          <a:lstStyle/>
          <a:p>
            <a:endParaRPr/>
          </a:p>
        </p:txBody>
      </p:sp>
      <p:sp>
        <p:nvSpPr>
          <p:cNvPr id="17" name="bg object 17"/>
          <p:cNvSpPr/>
          <p:nvPr/>
        </p:nvSpPr>
        <p:spPr>
          <a:xfrm>
            <a:off x="2861797" y="8533517"/>
            <a:ext cx="99060" cy="38735"/>
          </a:xfrm>
          <a:custGeom>
            <a:avLst/>
            <a:gdLst/>
            <a:ahLst/>
            <a:cxnLst/>
            <a:rect l="l" t="t" r="r" b="b"/>
            <a:pathLst>
              <a:path w="99060" h="38734">
                <a:moveTo>
                  <a:pt x="79415" y="38318"/>
                </a:moveTo>
                <a:lnTo>
                  <a:pt x="19205" y="38318"/>
                </a:lnTo>
                <a:lnTo>
                  <a:pt x="11748" y="36806"/>
                </a:lnTo>
                <a:lnTo>
                  <a:pt x="5641" y="32690"/>
                </a:lnTo>
                <a:lnTo>
                  <a:pt x="1515" y="26598"/>
                </a:lnTo>
                <a:lnTo>
                  <a:pt x="0" y="19159"/>
                </a:lnTo>
                <a:lnTo>
                  <a:pt x="1515" y="11719"/>
                </a:lnTo>
                <a:lnTo>
                  <a:pt x="5641" y="5627"/>
                </a:lnTo>
                <a:lnTo>
                  <a:pt x="11748" y="1511"/>
                </a:lnTo>
                <a:lnTo>
                  <a:pt x="19205" y="0"/>
                </a:lnTo>
                <a:lnTo>
                  <a:pt x="79415" y="0"/>
                </a:lnTo>
                <a:lnTo>
                  <a:pt x="86872" y="1511"/>
                </a:lnTo>
                <a:lnTo>
                  <a:pt x="92979" y="5627"/>
                </a:lnTo>
                <a:lnTo>
                  <a:pt x="97105" y="11719"/>
                </a:lnTo>
                <a:lnTo>
                  <a:pt x="98621" y="19159"/>
                </a:lnTo>
                <a:lnTo>
                  <a:pt x="97105" y="26598"/>
                </a:lnTo>
                <a:lnTo>
                  <a:pt x="92979" y="32690"/>
                </a:lnTo>
                <a:lnTo>
                  <a:pt x="86872" y="36806"/>
                </a:lnTo>
                <a:lnTo>
                  <a:pt x="79415" y="38318"/>
                </a:lnTo>
                <a:close/>
              </a:path>
            </a:pathLst>
          </a:custGeom>
          <a:solidFill>
            <a:srgbClr val="000000"/>
          </a:solidFill>
        </p:spPr>
        <p:txBody>
          <a:bodyPr wrap="square" lIns="0" tIns="0" rIns="0" bIns="0" rtlCol="0"/>
          <a:lstStyle/>
          <a:p>
            <a:endParaRPr/>
          </a:p>
        </p:txBody>
      </p:sp>
      <p:sp>
        <p:nvSpPr>
          <p:cNvPr id="18" name="bg object 18"/>
          <p:cNvSpPr/>
          <p:nvPr/>
        </p:nvSpPr>
        <p:spPr>
          <a:xfrm>
            <a:off x="2255089" y="8533517"/>
            <a:ext cx="99060" cy="38735"/>
          </a:xfrm>
          <a:custGeom>
            <a:avLst/>
            <a:gdLst/>
            <a:ahLst/>
            <a:cxnLst/>
            <a:rect l="l" t="t" r="r" b="b"/>
            <a:pathLst>
              <a:path w="99060" h="38734">
                <a:moveTo>
                  <a:pt x="79415" y="38318"/>
                </a:moveTo>
                <a:lnTo>
                  <a:pt x="19205" y="38318"/>
                </a:lnTo>
                <a:lnTo>
                  <a:pt x="11748" y="36806"/>
                </a:lnTo>
                <a:lnTo>
                  <a:pt x="5641" y="32690"/>
                </a:lnTo>
                <a:lnTo>
                  <a:pt x="1515" y="26598"/>
                </a:lnTo>
                <a:lnTo>
                  <a:pt x="0" y="19159"/>
                </a:lnTo>
                <a:lnTo>
                  <a:pt x="1515" y="11719"/>
                </a:lnTo>
                <a:lnTo>
                  <a:pt x="5641" y="5627"/>
                </a:lnTo>
                <a:lnTo>
                  <a:pt x="11748" y="1511"/>
                </a:lnTo>
                <a:lnTo>
                  <a:pt x="19205" y="0"/>
                </a:lnTo>
                <a:lnTo>
                  <a:pt x="79415" y="0"/>
                </a:lnTo>
                <a:lnTo>
                  <a:pt x="86872" y="1511"/>
                </a:lnTo>
                <a:lnTo>
                  <a:pt x="92979" y="5627"/>
                </a:lnTo>
                <a:lnTo>
                  <a:pt x="97105" y="11719"/>
                </a:lnTo>
                <a:lnTo>
                  <a:pt x="98621" y="19159"/>
                </a:lnTo>
                <a:lnTo>
                  <a:pt x="97105" y="26598"/>
                </a:lnTo>
                <a:lnTo>
                  <a:pt x="92979" y="32690"/>
                </a:lnTo>
                <a:lnTo>
                  <a:pt x="86872" y="36806"/>
                </a:lnTo>
                <a:lnTo>
                  <a:pt x="79415" y="38318"/>
                </a:lnTo>
                <a:close/>
              </a:path>
            </a:pathLst>
          </a:custGeom>
          <a:solidFill>
            <a:srgbClr val="000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2348092" y="8352129"/>
            <a:ext cx="80952" cy="80803"/>
          </a:xfrm>
          <a:prstGeom prst="rect">
            <a:avLst/>
          </a:prstGeom>
        </p:spPr>
      </p:pic>
      <p:pic>
        <p:nvPicPr>
          <p:cNvPr id="20" name="bg object 20"/>
          <p:cNvPicPr/>
          <p:nvPr/>
        </p:nvPicPr>
        <p:blipFill>
          <a:blip r:embed="rId3" cstate="print"/>
          <a:stretch>
            <a:fillRect/>
          </a:stretch>
        </p:blipFill>
        <p:spPr>
          <a:xfrm>
            <a:off x="2783870" y="8352129"/>
            <a:ext cx="80952" cy="80803"/>
          </a:xfrm>
          <a:prstGeom prst="rect">
            <a:avLst/>
          </a:prstGeom>
        </p:spPr>
      </p:pic>
      <p:sp>
        <p:nvSpPr>
          <p:cNvPr id="21" name="bg object 21"/>
          <p:cNvSpPr/>
          <p:nvPr/>
        </p:nvSpPr>
        <p:spPr>
          <a:xfrm>
            <a:off x="2384145" y="8384844"/>
            <a:ext cx="451484" cy="579755"/>
          </a:xfrm>
          <a:custGeom>
            <a:avLst/>
            <a:gdLst/>
            <a:ahLst/>
            <a:cxnLst/>
            <a:rect l="l" t="t" r="r" b="b"/>
            <a:pathLst>
              <a:path w="451485" h="579754">
                <a:moveTo>
                  <a:pt x="368846" y="560412"/>
                </a:moveTo>
                <a:lnTo>
                  <a:pt x="367334" y="552970"/>
                </a:lnTo>
                <a:lnTo>
                  <a:pt x="363207" y="546874"/>
                </a:lnTo>
                <a:lnTo>
                  <a:pt x="357098" y="542759"/>
                </a:lnTo>
                <a:lnTo>
                  <a:pt x="349643" y="541248"/>
                </a:lnTo>
                <a:lnTo>
                  <a:pt x="101307" y="541248"/>
                </a:lnTo>
                <a:lnTo>
                  <a:pt x="93853" y="542759"/>
                </a:lnTo>
                <a:lnTo>
                  <a:pt x="87744" y="546874"/>
                </a:lnTo>
                <a:lnTo>
                  <a:pt x="83616" y="552970"/>
                </a:lnTo>
                <a:lnTo>
                  <a:pt x="82105" y="560412"/>
                </a:lnTo>
                <a:lnTo>
                  <a:pt x="83616" y="567842"/>
                </a:lnTo>
                <a:lnTo>
                  <a:pt x="87744" y="573938"/>
                </a:lnTo>
                <a:lnTo>
                  <a:pt x="93853" y="578053"/>
                </a:lnTo>
                <a:lnTo>
                  <a:pt x="101307" y="579564"/>
                </a:lnTo>
                <a:lnTo>
                  <a:pt x="349732" y="579564"/>
                </a:lnTo>
                <a:lnTo>
                  <a:pt x="357174" y="578053"/>
                </a:lnTo>
                <a:lnTo>
                  <a:pt x="363258" y="573938"/>
                </a:lnTo>
                <a:lnTo>
                  <a:pt x="367347" y="567842"/>
                </a:lnTo>
                <a:lnTo>
                  <a:pt x="368846" y="560412"/>
                </a:lnTo>
                <a:close/>
              </a:path>
              <a:path w="451485" h="579754">
                <a:moveTo>
                  <a:pt x="450951" y="220713"/>
                </a:moveTo>
                <a:lnTo>
                  <a:pt x="444766" y="172199"/>
                </a:lnTo>
                <a:lnTo>
                  <a:pt x="428637" y="127292"/>
                </a:lnTo>
                <a:lnTo>
                  <a:pt x="412635" y="101549"/>
                </a:lnTo>
                <a:lnTo>
                  <a:pt x="412635" y="221297"/>
                </a:lnTo>
                <a:lnTo>
                  <a:pt x="410514" y="252907"/>
                </a:lnTo>
                <a:lnTo>
                  <a:pt x="403225" y="283248"/>
                </a:lnTo>
                <a:lnTo>
                  <a:pt x="390893" y="311899"/>
                </a:lnTo>
                <a:lnTo>
                  <a:pt x="355269" y="366801"/>
                </a:lnTo>
                <a:lnTo>
                  <a:pt x="341464" y="398221"/>
                </a:lnTo>
                <a:lnTo>
                  <a:pt x="332473" y="431977"/>
                </a:lnTo>
                <a:lnTo>
                  <a:pt x="332397" y="432689"/>
                </a:lnTo>
                <a:lnTo>
                  <a:pt x="328510" y="467385"/>
                </a:lnTo>
                <a:lnTo>
                  <a:pt x="122631" y="467385"/>
                </a:lnTo>
                <a:lnTo>
                  <a:pt x="118478" y="432689"/>
                </a:lnTo>
                <a:lnTo>
                  <a:pt x="108978" y="398691"/>
                </a:lnTo>
                <a:lnTo>
                  <a:pt x="94284" y="365836"/>
                </a:lnTo>
                <a:lnTo>
                  <a:pt x="74523" y="334518"/>
                </a:lnTo>
                <a:lnTo>
                  <a:pt x="58966" y="309410"/>
                </a:lnTo>
                <a:lnTo>
                  <a:pt x="47688" y="282435"/>
                </a:lnTo>
                <a:lnTo>
                  <a:pt x="40830" y="253987"/>
                </a:lnTo>
                <a:lnTo>
                  <a:pt x="40741" y="252907"/>
                </a:lnTo>
                <a:lnTo>
                  <a:pt x="38506" y="224459"/>
                </a:lnTo>
                <a:lnTo>
                  <a:pt x="42392" y="186270"/>
                </a:lnTo>
                <a:lnTo>
                  <a:pt x="72288" y="117398"/>
                </a:lnTo>
                <a:lnTo>
                  <a:pt x="97561" y="88430"/>
                </a:lnTo>
                <a:lnTo>
                  <a:pt x="128143" y="65087"/>
                </a:lnTo>
                <a:lnTo>
                  <a:pt x="199009" y="39687"/>
                </a:lnTo>
                <a:lnTo>
                  <a:pt x="237578" y="38227"/>
                </a:lnTo>
                <a:lnTo>
                  <a:pt x="283972" y="47142"/>
                </a:lnTo>
                <a:lnTo>
                  <a:pt x="325539" y="66852"/>
                </a:lnTo>
                <a:lnTo>
                  <a:pt x="360718" y="95745"/>
                </a:lnTo>
                <a:lnTo>
                  <a:pt x="387985" y="132194"/>
                </a:lnTo>
                <a:lnTo>
                  <a:pt x="405803" y="174586"/>
                </a:lnTo>
                <a:lnTo>
                  <a:pt x="412635" y="221297"/>
                </a:lnTo>
                <a:lnTo>
                  <a:pt x="412635" y="101549"/>
                </a:lnTo>
                <a:lnTo>
                  <a:pt x="371246" y="53251"/>
                </a:lnTo>
                <a:lnTo>
                  <a:pt x="332333" y="26568"/>
                </a:lnTo>
                <a:lnTo>
                  <a:pt x="288150" y="8407"/>
                </a:lnTo>
                <a:lnTo>
                  <a:pt x="239877" y="0"/>
                </a:lnTo>
                <a:lnTo>
                  <a:pt x="193421" y="1778"/>
                </a:lnTo>
                <a:lnTo>
                  <a:pt x="149110" y="12712"/>
                </a:lnTo>
                <a:lnTo>
                  <a:pt x="108000" y="32435"/>
                </a:lnTo>
                <a:lnTo>
                  <a:pt x="71158" y="60553"/>
                </a:lnTo>
                <a:lnTo>
                  <a:pt x="40957" y="95326"/>
                </a:lnTo>
                <a:lnTo>
                  <a:pt x="18618" y="135204"/>
                </a:lnTo>
                <a:lnTo>
                  <a:pt x="4762" y="178727"/>
                </a:lnTo>
                <a:lnTo>
                  <a:pt x="0" y="224459"/>
                </a:lnTo>
                <a:lnTo>
                  <a:pt x="2794" y="260032"/>
                </a:lnTo>
                <a:lnTo>
                  <a:pt x="11087" y="294309"/>
                </a:lnTo>
                <a:lnTo>
                  <a:pt x="24714" y="326834"/>
                </a:lnTo>
                <a:lnTo>
                  <a:pt x="43497" y="357136"/>
                </a:lnTo>
                <a:lnTo>
                  <a:pt x="61137" y="385241"/>
                </a:lnTo>
                <a:lnTo>
                  <a:pt x="73914" y="414718"/>
                </a:lnTo>
                <a:lnTo>
                  <a:pt x="81686" y="445135"/>
                </a:lnTo>
                <a:lnTo>
                  <a:pt x="84315" y="476110"/>
                </a:lnTo>
                <a:lnTo>
                  <a:pt x="84315" y="486549"/>
                </a:lnTo>
                <a:lnTo>
                  <a:pt x="85826" y="493991"/>
                </a:lnTo>
                <a:lnTo>
                  <a:pt x="89954" y="500087"/>
                </a:lnTo>
                <a:lnTo>
                  <a:pt x="96062" y="504202"/>
                </a:lnTo>
                <a:lnTo>
                  <a:pt x="103517" y="505714"/>
                </a:lnTo>
                <a:lnTo>
                  <a:pt x="347433" y="505714"/>
                </a:lnTo>
                <a:lnTo>
                  <a:pt x="366776" y="476110"/>
                </a:lnTo>
                <a:lnTo>
                  <a:pt x="367449" y="467385"/>
                </a:lnTo>
                <a:lnTo>
                  <a:pt x="376389" y="414718"/>
                </a:lnTo>
                <a:lnTo>
                  <a:pt x="403987" y="361924"/>
                </a:lnTo>
                <a:lnTo>
                  <a:pt x="424776" y="329946"/>
                </a:lnTo>
                <a:lnTo>
                  <a:pt x="439648" y="295414"/>
                </a:lnTo>
                <a:lnTo>
                  <a:pt x="448424" y="258838"/>
                </a:lnTo>
                <a:lnTo>
                  <a:pt x="450951" y="220713"/>
                </a:lnTo>
                <a:close/>
              </a:path>
            </a:pathLst>
          </a:custGeom>
          <a:solidFill>
            <a:srgbClr val="000000"/>
          </a:solidFill>
        </p:spPr>
        <p:txBody>
          <a:bodyPr wrap="square" lIns="0" tIns="0" rIns="0" bIns="0" rtlCol="0"/>
          <a:lstStyle/>
          <a:p>
            <a:endParaRPr/>
          </a:p>
        </p:txBody>
      </p:sp>
      <p:pic>
        <p:nvPicPr>
          <p:cNvPr id="22" name="bg object 22"/>
          <p:cNvPicPr/>
          <p:nvPr/>
        </p:nvPicPr>
        <p:blipFill>
          <a:blip r:embed="rId4" cstate="print"/>
          <a:stretch>
            <a:fillRect/>
          </a:stretch>
        </p:blipFill>
        <p:spPr>
          <a:xfrm>
            <a:off x="2499290" y="8994486"/>
            <a:ext cx="220577" cy="143884"/>
          </a:xfrm>
          <a:prstGeom prst="rect">
            <a:avLst/>
          </a:prstGeom>
        </p:spPr>
      </p:pic>
      <p:sp>
        <p:nvSpPr>
          <p:cNvPr id="23" name="bg object 23"/>
          <p:cNvSpPr/>
          <p:nvPr/>
        </p:nvSpPr>
        <p:spPr>
          <a:xfrm>
            <a:off x="2498041" y="8590037"/>
            <a:ext cx="223520" cy="300990"/>
          </a:xfrm>
          <a:custGeom>
            <a:avLst/>
            <a:gdLst/>
            <a:ahLst/>
            <a:cxnLst/>
            <a:rect l="l" t="t" r="r" b="b"/>
            <a:pathLst>
              <a:path w="223519" h="300990">
                <a:moveTo>
                  <a:pt x="107161" y="70026"/>
                </a:moveTo>
                <a:lnTo>
                  <a:pt x="63955" y="70026"/>
                </a:lnTo>
                <a:lnTo>
                  <a:pt x="94588" y="10441"/>
                </a:lnTo>
                <a:lnTo>
                  <a:pt x="97853" y="4023"/>
                </a:lnTo>
                <a:lnTo>
                  <a:pt x="104479" y="0"/>
                </a:lnTo>
                <a:lnTo>
                  <a:pt x="118883" y="0"/>
                </a:lnTo>
                <a:lnTo>
                  <a:pt x="125509" y="4023"/>
                </a:lnTo>
                <a:lnTo>
                  <a:pt x="128774" y="10441"/>
                </a:lnTo>
                <a:lnTo>
                  <a:pt x="154876" y="61213"/>
                </a:lnTo>
                <a:lnTo>
                  <a:pt x="111681" y="61213"/>
                </a:lnTo>
                <a:lnTo>
                  <a:pt x="107161" y="70026"/>
                </a:lnTo>
                <a:close/>
              </a:path>
              <a:path w="223519" h="300990">
                <a:moveTo>
                  <a:pt x="157390" y="300510"/>
                </a:moveTo>
                <a:lnTo>
                  <a:pt x="65875" y="300510"/>
                </a:lnTo>
                <a:lnTo>
                  <a:pt x="58193" y="294571"/>
                </a:lnTo>
                <a:lnTo>
                  <a:pt x="56080" y="286045"/>
                </a:lnTo>
                <a:lnTo>
                  <a:pt x="1920" y="70888"/>
                </a:lnTo>
                <a:lnTo>
                  <a:pt x="0" y="63320"/>
                </a:lnTo>
                <a:lnTo>
                  <a:pt x="2880" y="55369"/>
                </a:lnTo>
                <a:lnTo>
                  <a:pt x="15364" y="46173"/>
                </a:lnTo>
                <a:lnTo>
                  <a:pt x="23815" y="45790"/>
                </a:lnTo>
                <a:lnTo>
                  <a:pt x="63955" y="70026"/>
                </a:lnTo>
                <a:lnTo>
                  <a:pt x="107161" y="70026"/>
                </a:lnTo>
                <a:lnTo>
                  <a:pt x="88294" y="106811"/>
                </a:lnTo>
                <a:lnTo>
                  <a:pt x="50607" y="106811"/>
                </a:lnTo>
                <a:lnTo>
                  <a:pt x="89690" y="262192"/>
                </a:lnTo>
                <a:lnTo>
                  <a:pt x="173286" y="262192"/>
                </a:lnTo>
                <a:lnTo>
                  <a:pt x="167281" y="286045"/>
                </a:lnTo>
                <a:lnTo>
                  <a:pt x="165073" y="294571"/>
                </a:lnTo>
                <a:lnTo>
                  <a:pt x="157390" y="300510"/>
                </a:lnTo>
                <a:close/>
              </a:path>
              <a:path w="223519" h="300990">
                <a:moveTo>
                  <a:pt x="221660" y="70026"/>
                </a:moveTo>
                <a:lnTo>
                  <a:pt x="159407" y="70026"/>
                </a:lnTo>
                <a:lnTo>
                  <a:pt x="199451" y="45790"/>
                </a:lnTo>
                <a:lnTo>
                  <a:pt x="207901" y="46173"/>
                </a:lnTo>
                <a:lnTo>
                  <a:pt x="214239" y="50771"/>
                </a:lnTo>
                <a:lnTo>
                  <a:pt x="220481" y="55369"/>
                </a:lnTo>
                <a:lnTo>
                  <a:pt x="223362" y="63320"/>
                </a:lnTo>
                <a:lnTo>
                  <a:pt x="221660" y="70026"/>
                </a:lnTo>
                <a:close/>
              </a:path>
              <a:path w="223519" h="300990">
                <a:moveTo>
                  <a:pt x="151629" y="117062"/>
                </a:moveTo>
                <a:lnTo>
                  <a:pt x="141450" y="114188"/>
                </a:lnTo>
                <a:lnTo>
                  <a:pt x="137128" y="110643"/>
                </a:lnTo>
                <a:lnTo>
                  <a:pt x="134632" y="105949"/>
                </a:lnTo>
                <a:lnTo>
                  <a:pt x="111681" y="61213"/>
                </a:lnTo>
                <a:lnTo>
                  <a:pt x="154876" y="61213"/>
                </a:lnTo>
                <a:lnTo>
                  <a:pt x="159407" y="70026"/>
                </a:lnTo>
                <a:lnTo>
                  <a:pt x="221660" y="70026"/>
                </a:lnTo>
                <a:lnTo>
                  <a:pt x="212399" y="106811"/>
                </a:lnTo>
                <a:lnTo>
                  <a:pt x="172755" y="106811"/>
                </a:lnTo>
                <a:lnTo>
                  <a:pt x="157102" y="116295"/>
                </a:lnTo>
                <a:lnTo>
                  <a:pt x="151629" y="117062"/>
                </a:lnTo>
                <a:close/>
              </a:path>
              <a:path w="223519" h="300990">
                <a:moveTo>
                  <a:pt x="71733" y="117062"/>
                </a:moveTo>
                <a:lnTo>
                  <a:pt x="66163" y="116295"/>
                </a:lnTo>
                <a:lnTo>
                  <a:pt x="50607" y="106811"/>
                </a:lnTo>
                <a:lnTo>
                  <a:pt x="88294" y="106811"/>
                </a:lnTo>
                <a:lnTo>
                  <a:pt x="86329" y="110643"/>
                </a:lnTo>
                <a:lnTo>
                  <a:pt x="82008" y="114188"/>
                </a:lnTo>
                <a:lnTo>
                  <a:pt x="71733" y="117062"/>
                </a:lnTo>
                <a:close/>
              </a:path>
              <a:path w="223519" h="300990">
                <a:moveTo>
                  <a:pt x="173286" y="262192"/>
                </a:moveTo>
                <a:lnTo>
                  <a:pt x="133671" y="262192"/>
                </a:lnTo>
                <a:lnTo>
                  <a:pt x="172755" y="106811"/>
                </a:lnTo>
                <a:lnTo>
                  <a:pt x="212399" y="106811"/>
                </a:lnTo>
                <a:lnTo>
                  <a:pt x="173286" y="262192"/>
                </a:lnTo>
                <a:close/>
              </a:path>
            </a:pathLst>
          </a:custGeom>
          <a:solidFill>
            <a:srgbClr val="000000"/>
          </a:solidFill>
        </p:spPr>
        <p:txBody>
          <a:bodyPr wrap="square" lIns="0" tIns="0" rIns="0" bIns="0" rtlCol="0"/>
          <a:lstStyle/>
          <a:p>
            <a:endParaRPr/>
          </a:p>
        </p:txBody>
      </p:sp>
      <p:sp>
        <p:nvSpPr>
          <p:cNvPr id="24" name="bg object 24"/>
          <p:cNvSpPr/>
          <p:nvPr/>
        </p:nvSpPr>
        <p:spPr>
          <a:xfrm>
            <a:off x="3543210" y="8196765"/>
            <a:ext cx="1019175" cy="1014730"/>
          </a:xfrm>
          <a:custGeom>
            <a:avLst/>
            <a:gdLst/>
            <a:ahLst/>
            <a:cxnLst/>
            <a:rect l="l" t="t" r="r" b="b"/>
            <a:pathLst>
              <a:path w="1019175" h="1014729">
                <a:moveTo>
                  <a:pt x="690413" y="100329"/>
                </a:moveTo>
                <a:lnTo>
                  <a:pt x="666588" y="78739"/>
                </a:lnTo>
                <a:lnTo>
                  <a:pt x="667195" y="71119"/>
                </a:lnTo>
                <a:lnTo>
                  <a:pt x="689497" y="36829"/>
                </a:lnTo>
                <a:lnTo>
                  <a:pt x="698939" y="24129"/>
                </a:lnTo>
                <a:lnTo>
                  <a:pt x="708446" y="10159"/>
                </a:lnTo>
                <a:lnTo>
                  <a:pt x="710666" y="6349"/>
                </a:lnTo>
                <a:lnTo>
                  <a:pt x="713542" y="3809"/>
                </a:lnTo>
                <a:lnTo>
                  <a:pt x="720604" y="0"/>
                </a:lnTo>
                <a:lnTo>
                  <a:pt x="732525" y="0"/>
                </a:lnTo>
                <a:lnTo>
                  <a:pt x="736392" y="1269"/>
                </a:lnTo>
                <a:lnTo>
                  <a:pt x="743538" y="5079"/>
                </a:lnTo>
                <a:lnTo>
                  <a:pt x="746376" y="7619"/>
                </a:lnTo>
                <a:lnTo>
                  <a:pt x="748480" y="11429"/>
                </a:lnTo>
                <a:lnTo>
                  <a:pt x="749973" y="13969"/>
                </a:lnTo>
                <a:lnTo>
                  <a:pt x="749339" y="16509"/>
                </a:lnTo>
                <a:lnTo>
                  <a:pt x="748929" y="19049"/>
                </a:lnTo>
                <a:lnTo>
                  <a:pt x="748784" y="20319"/>
                </a:lnTo>
                <a:lnTo>
                  <a:pt x="748589" y="24129"/>
                </a:lnTo>
                <a:lnTo>
                  <a:pt x="748525" y="25399"/>
                </a:lnTo>
                <a:lnTo>
                  <a:pt x="747292" y="29209"/>
                </a:lnTo>
                <a:lnTo>
                  <a:pt x="745086" y="33019"/>
                </a:lnTo>
                <a:lnTo>
                  <a:pt x="735549" y="48259"/>
                </a:lnTo>
                <a:lnTo>
                  <a:pt x="716140" y="76199"/>
                </a:lnTo>
                <a:lnTo>
                  <a:pt x="706544" y="90169"/>
                </a:lnTo>
                <a:lnTo>
                  <a:pt x="704283" y="92709"/>
                </a:lnTo>
                <a:lnTo>
                  <a:pt x="701324" y="95249"/>
                </a:lnTo>
                <a:lnTo>
                  <a:pt x="697668" y="97789"/>
                </a:lnTo>
                <a:lnTo>
                  <a:pt x="694131" y="99059"/>
                </a:lnTo>
                <a:lnTo>
                  <a:pt x="690413" y="100329"/>
                </a:lnTo>
                <a:close/>
              </a:path>
              <a:path w="1019175" h="1014729">
                <a:moveTo>
                  <a:pt x="166638" y="803909"/>
                </a:moveTo>
                <a:lnTo>
                  <a:pt x="137798" y="803909"/>
                </a:lnTo>
                <a:lnTo>
                  <a:pt x="116477" y="800099"/>
                </a:lnTo>
                <a:lnTo>
                  <a:pt x="76415" y="783589"/>
                </a:lnTo>
                <a:lnTo>
                  <a:pt x="58500" y="770889"/>
                </a:lnTo>
                <a:lnTo>
                  <a:pt x="52922" y="767079"/>
                </a:lnTo>
                <a:lnTo>
                  <a:pt x="47579" y="761999"/>
                </a:lnTo>
                <a:lnTo>
                  <a:pt x="42471" y="756919"/>
                </a:lnTo>
                <a:lnTo>
                  <a:pt x="37597" y="751839"/>
                </a:lnTo>
                <a:lnTo>
                  <a:pt x="32979" y="745489"/>
                </a:lnTo>
                <a:lnTo>
                  <a:pt x="28638" y="740409"/>
                </a:lnTo>
                <a:lnTo>
                  <a:pt x="8661" y="702309"/>
                </a:lnTo>
                <a:lnTo>
                  <a:pt x="0" y="656589"/>
                </a:lnTo>
                <a:lnTo>
                  <a:pt x="5063" y="612139"/>
                </a:lnTo>
                <a:lnTo>
                  <a:pt x="22920" y="571499"/>
                </a:lnTo>
                <a:lnTo>
                  <a:pt x="52643" y="537209"/>
                </a:lnTo>
                <a:lnTo>
                  <a:pt x="93299" y="510539"/>
                </a:lnTo>
                <a:lnTo>
                  <a:pt x="138631" y="487679"/>
                </a:lnTo>
                <a:lnTo>
                  <a:pt x="228825" y="444499"/>
                </a:lnTo>
                <a:lnTo>
                  <a:pt x="272931" y="420369"/>
                </a:lnTo>
                <a:lnTo>
                  <a:pt x="318962" y="391159"/>
                </a:lnTo>
                <a:lnTo>
                  <a:pt x="360827" y="355599"/>
                </a:lnTo>
                <a:lnTo>
                  <a:pt x="397873" y="316229"/>
                </a:lnTo>
                <a:lnTo>
                  <a:pt x="429449" y="271779"/>
                </a:lnTo>
                <a:lnTo>
                  <a:pt x="458857" y="205739"/>
                </a:lnTo>
                <a:lnTo>
                  <a:pt x="464877" y="171449"/>
                </a:lnTo>
                <a:lnTo>
                  <a:pt x="463317" y="135889"/>
                </a:lnTo>
                <a:lnTo>
                  <a:pt x="463262" y="134619"/>
                </a:lnTo>
                <a:lnTo>
                  <a:pt x="476685" y="95249"/>
                </a:lnTo>
                <a:lnTo>
                  <a:pt x="508442" y="78739"/>
                </a:lnTo>
                <a:lnTo>
                  <a:pt x="514452" y="78739"/>
                </a:lnTo>
                <a:lnTo>
                  <a:pt x="557182" y="97789"/>
                </a:lnTo>
                <a:lnTo>
                  <a:pt x="563288" y="109219"/>
                </a:lnTo>
                <a:lnTo>
                  <a:pt x="566430" y="115569"/>
                </a:lnTo>
                <a:lnTo>
                  <a:pt x="520538" y="115569"/>
                </a:lnTo>
                <a:lnTo>
                  <a:pt x="511075" y="116839"/>
                </a:lnTo>
                <a:lnTo>
                  <a:pt x="503863" y="120649"/>
                </a:lnTo>
                <a:lnTo>
                  <a:pt x="501145" y="128269"/>
                </a:lnTo>
                <a:lnTo>
                  <a:pt x="500986" y="134619"/>
                </a:lnTo>
                <a:lnTo>
                  <a:pt x="500954" y="135889"/>
                </a:lnTo>
                <a:lnTo>
                  <a:pt x="501328" y="143509"/>
                </a:lnTo>
                <a:lnTo>
                  <a:pt x="501414" y="158749"/>
                </a:lnTo>
                <a:lnTo>
                  <a:pt x="496731" y="203199"/>
                </a:lnTo>
                <a:lnTo>
                  <a:pt x="482548" y="250189"/>
                </a:lnTo>
                <a:lnTo>
                  <a:pt x="461870" y="290829"/>
                </a:lnTo>
                <a:lnTo>
                  <a:pt x="435507" y="328929"/>
                </a:lnTo>
                <a:lnTo>
                  <a:pt x="404270" y="364489"/>
                </a:lnTo>
                <a:lnTo>
                  <a:pt x="368968" y="396239"/>
                </a:lnTo>
                <a:lnTo>
                  <a:pt x="336039" y="420369"/>
                </a:lnTo>
                <a:lnTo>
                  <a:pt x="301793" y="444499"/>
                </a:lnTo>
                <a:lnTo>
                  <a:pt x="231339" y="492759"/>
                </a:lnTo>
                <a:lnTo>
                  <a:pt x="236130" y="502919"/>
                </a:lnTo>
                <a:lnTo>
                  <a:pt x="194976" y="502919"/>
                </a:lnTo>
                <a:lnTo>
                  <a:pt x="141097" y="528319"/>
                </a:lnTo>
                <a:lnTo>
                  <a:pt x="89892" y="554989"/>
                </a:lnTo>
                <a:lnTo>
                  <a:pt x="56123" y="586739"/>
                </a:lnTo>
                <a:lnTo>
                  <a:pt x="39804" y="623569"/>
                </a:lnTo>
                <a:lnTo>
                  <a:pt x="36523" y="650239"/>
                </a:lnTo>
                <a:lnTo>
                  <a:pt x="37263" y="662939"/>
                </a:lnTo>
                <a:lnTo>
                  <a:pt x="38224" y="670559"/>
                </a:lnTo>
                <a:lnTo>
                  <a:pt x="41329" y="683259"/>
                </a:lnTo>
                <a:lnTo>
                  <a:pt x="43447" y="689609"/>
                </a:lnTo>
                <a:lnTo>
                  <a:pt x="46133" y="695959"/>
                </a:lnTo>
                <a:lnTo>
                  <a:pt x="48541" y="702309"/>
                </a:lnTo>
                <a:lnTo>
                  <a:pt x="71508" y="735329"/>
                </a:lnTo>
                <a:lnTo>
                  <a:pt x="76420" y="739139"/>
                </a:lnTo>
                <a:lnTo>
                  <a:pt x="87081" y="748029"/>
                </a:lnTo>
                <a:lnTo>
                  <a:pt x="123856" y="764539"/>
                </a:lnTo>
                <a:lnTo>
                  <a:pt x="143845" y="767079"/>
                </a:lnTo>
                <a:lnTo>
                  <a:pt x="268702" y="767079"/>
                </a:lnTo>
                <a:lnTo>
                  <a:pt x="241456" y="779779"/>
                </a:lnTo>
                <a:lnTo>
                  <a:pt x="251275" y="795019"/>
                </a:lnTo>
                <a:lnTo>
                  <a:pt x="204830" y="795019"/>
                </a:lnTo>
                <a:lnTo>
                  <a:pt x="195003" y="798829"/>
                </a:lnTo>
                <a:lnTo>
                  <a:pt x="166638" y="803909"/>
                </a:lnTo>
                <a:close/>
              </a:path>
              <a:path w="1019175" h="1014729">
                <a:moveTo>
                  <a:pt x="837500" y="716279"/>
                </a:moveTo>
                <a:lnTo>
                  <a:pt x="794920" y="716279"/>
                </a:lnTo>
                <a:lnTo>
                  <a:pt x="797704" y="715009"/>
                </a:lnTo>
                <a:lnTo>
                  <a:pt x="799702" y="713739"/>
                </a:lnTo>
                <a:lnTo>
                  <a:pt x="800917" y="709929"/>
                </a:lnTo>
                <a:lnTo>
                  <a:pt x="801366" y="708659"/>
                </a:lnTo>
                <a:lnTo>
                  <a:pt x="802502" y="706119"/>
                </a:lnTo>
                <a:lnTo>
                  <a:pt x="795990" y="689609"/>
                </a:lnTo>
                <a:lnTo>
                  <a:pt x="795026" y="687069"/>
                </a:lnTo>
                <a:lnTo>
                  <a:pt x="793705" y="684529"/>
                </a:lnTo>
                <a:lnTo>
                  <a:pt x="534692" y="134619"/>
                </a:lnTo>
                <a:lnTo>
                  <a:pt x="531128" y="126999"/>
                </a:lnTo>
                <a:lnTo>
                  <a:pt x="526816" y="120649"/>
                </a:lnTo>
                <a:lnTo>
                  <a:pt x="520538" y="115569"/>
                </a:lnTo>
                <a:lnTo>
                  <a:pt x="566430" y="115569"/>
                </a:lnTo>
                <a:lnTo>
                  <a:pt x="580883" y="144779"/>
                </a:lnTo>
                <a:lnTo>
                  <a:pt x="598252" y="181609"/>
                </a:lnTo>
                <a:lnTo>
                  <a:pt x="632829" y="255269"/>
                </a:lnTo>
                <a:lnTo>
                  <a:pt x="641686" y="274319"/>
                </a:lnTo>
                <a:lnTo>
                  <a:pt x="668214" y="330199"/>
                </a:lnTo>
                <a:lnTo>
                  <a:pt x="714729" y="330199"/>
                </a:lnTo>
                <a:lnTo>
                  <a:pt x="727974" y="332739"/>
                </a:lnTo>
                <a:lnTo>
                  <a:pt x="748075" y="345439"/>
                </a:lnTo>
                <a:lnTo>
                  <a:pt x="760518" y="364489"/>
                </a:lnTo>
                <a:lnTo>
                  <a:pt x="699894" y="364489"/>
                </a:lnTo>
                <a:lnTo>
                  <a:pt x="685266" y="367029"/>
                </a:lnTo>
                <a:lnTo>
                  <a:pt x="712210" y="424179"/>
                </a:lnTo>
                <a:lnTo>
                  <a:pt x="760315" y="424179"/>
                </a:lnTo>
                <a:lnTo>
                  <a:pt x="752342" y="438149"/>
                </a:lnTo>
                <a:lnTo>
                  <a:pt x="729341" y="459739"/>
                </a:lnTo>
                <a:lnTo>
                  <a:pt x="735244" y="472439"/>
                </a:lnTo>
                <a:lnTo>
                  <a:pt x="738270" y="478789"/>
                </a:lnTo>
                <a:lnTo>
                  <a:pt x="741374" y="486409"/>
                </a:lnTo>
                <a:lnTo>
                  <a:pt x="830952" y="675639"/>
                </a:lnTo>
                <a:lnTo>
                  <a:pt x="837679" y="697229"/>
                </a:lnTo>
                <a:lnTo>
                  <a:pt x="837560" y="709929"/>
                </a:lnTo>
                <a:lnTo>
                  <a:pt x="837500" y="716279"/>
                </a:lnTo>
                <a:close/>
              </a:path>
              <a:path w="1019175" h="1014729">
                <a:moveTo>
                  <a:pt x="714729" y="330199"/>
                </a:moveTo>
                <a:lnTo>
                  <a:pt x="668214" y="330199"/>
                </a:lnTo>
                <a:lnTo>
                  <a:pt x="701484" y="327659"/>
                </a:lnTo>
                <a:lnTo>
                  <a:pt x="714729" y="330199"/>
                </a:lnTo>
                <a:close/>
              </a:path>
              <a:path w="1019175" h="1014729">
                <a:moveTo>
                  <a:pt x="760315" y="424179"/>
                </a:moveTo>
                <a:lnTo>
                  <a:pt x="712210" y="424179"/>
                </a:lnTo>
                <a:lnTo>
                  <a:pt x="723840" y="414019"/>
                </a:lnTo>
                <a:lnTo>
                  <a:pt x="730137" y="402589"/>
                </a:lnTo>
                <a:lnTo>
                  <a:pt x="711672" y="365759"/>
                </a:lnTo>
                <a:lnTo>
                  <a:pt x="699894" y="364489"/>
                </a:lnTo>
                <a:lnTo>
                  <a:pt x="760518" y="364489"/>
                </a:lnTo>
                <a:lnTo>
                  <a:pt x="762177" y="367029"/>
                </a:lnTo>
                <a:lnTo>
                  <a:pt x="768620" y="391159"/>
                </a:lnTo>
                <a:lnTo>
                  <a:pt x="765388" y="415289"/>
                </a:lnTo>
                <a:lnTo>
                  <a:pt x="760315" y="424179"/>
                </a:lnTo>
                <a:close/>
              </a:path>
              <a:path w="1019175" h="1014729">
                <a:moveTo>
                  <a:pt x="268702" y="767079"/>
                </a:moveTo>
                <a:lnTo>
                  <a:pt x="150565" y="767079"/>
                </a:lnTo>
                <a:lnTo>
                  <a:pt x="164033" y="765809"/>
                </a:lnTo>
                <a:lnTo>
                  <a:pt x="170670" y="765809"/>
                </a:lnTo>
                <a:lnTo>
                  <a:pt x="177211" y="763269"/>
                </a:lnTo>
                <a:lnTo>
                  <a:pt x="207224" y="753109"/>
                </a:lnTo>
                <a:lnTo>
                  <a:pt x="236884" y="740409"/>
                </a:lnTo>
                <a:lnTo>
                  <a:pt x="266192" y="728979"/>
                </a:lnTo>
                <a:lnTo>
                  <a:pt x="295147" y="715009"/>
                </a:lnTo>
                <a:lnTo>
                  <a:pt x="194976" y="502919"/>
                </a:lnTo>
                <a:lnTo>
                  <a:pt x="236130" y="502919"/>
                </a:lnTo>
                <a:lnTo>
                  <a:pt x="327759" y="697229"/>
                </a:lnTo>
                <a:lnTo>
                  <a:pt x="434677" y="697229"/>
                </a:lnTo>
                <a:lnTo>
                  <a:pt x="424998" y="699769"/>
                </a:lnTo>
                <a:lnTo>
                  <a:pt x="422765" y="701039"/>
                </a:lnTo>
                <a:lnTo>
                  <a:pt x="420687" y="702309"/>
                </a:lnTo>
                <a:lnTo>
                  <a:pt x="418763" y="703579"/>
                </a:lnTo>
                <a:lnTo>
                  <a:pt x="421124" y="716279"/>
                </a:lnTo>
                <a:lnTo>
                  <a:pt x="379561" y="716279"/>
                </a:lnTo>
                <a:lnTo>
                  <a:pt x="344137" y="731519"/>
                </a:lnTo>
                <a:lnTo>
                  <a:pt x="347941" y="739139"/>
                </a:lnTo>
                <a:lnTo>
                  <a:pt x="350741" y="744219"/>
                </a:lnTo>
                <a:lnTo>
                  <a:pt x="352722" y="748029"/>
                </a:lnTo>
                <a:lnTo>
                  <a:pt x="309571" y="748029"/>
                </a:lnTo>
                <a:lnTo>
                  <a:pt x="268702" y="767079"/>
                </a:lnTo>
                <a:close/>
              </a:path>
              <a:path w="1019175" h="1014729">
                <a:moveTo>
                  <a:pt x="434677" y="697229"/>
                </a:moveTo>
                <a:lnTo>
                  <a:pt x="327759" y="697229"/>
                </a:lnTo>
                <a:lnTo>
                  <a:pt x="342443" y="690879"/>
                </a:lnTo>
                <a:lnTo>
                  <a:pt x="356562" y="685799"/>
                </a:lnTo>
                <a:lnTo>
                  <a:pt x="370360" y="679449"/>
                </a:lnTo>
                <a:lnTo>
                  <a:pt x="384078" y="675639"/>
                </a:lnTo>
                <a:lnTo>
                  <a:pt x="433656" y="659129"/>
                </a:lnTo>
                <a:lnTo>
                  <a:pt x="483720" y="648969"/>
                </a:lnTo>
                <a:lnTo>
                  <a:pt x="534339" y="641349"/>
                </a:lnTo>
                <a:lnTo>
                  <a:pt x="585582" y="641349"/>
                </a:lnTo>
                <a:lnTo>
                  <a:pt x="637518" y="646429"/>
                </a:lnTo>
                <a:lnTo>
                  <a:pt x="692406" y="660399"/>
                </a:lnTo>
                <a:lnTo>
                  <a:pt x="728638" y="678179"/>
                </a:lnTo>
                <a:lnTo>
                  <a:pt x="571797" y="678179"/>
                </a:lnTo>
                <a:lnTo>
                  <a:pt x="522328" y="679449"/>
                </a:lnTo>
                <a:lnTo>
                  <a:pt x="473395" y="687069"/>
                </a:lnTo>
                <a:lnTo>
                  <a:pt x="434677" y="697229"/>
                </a:lnTo>
                <a:close/>
              </a:path>
              <a:path w="1019175" h="1014729">
                <a:moveTo>
                  <a:pt x="780589" y="756919"/>
                </a:moveTo>
                <a:lnTo>
                  <a:pt x="761870" y="749299"/>
                </a:lnTo>
                <a:lnTo>
                  <a:pt x="743976" y="736599"/>
                </a:lnTo>
                <a:lnTo>
                  <a:pt x="731056" y="725169"/>
                </a:lnTo>
                <a:lnTo>
                  <a:pt x="717342" y="715009"/>
                </a:lnTo>
                <a:lnTo>
                  <a:pt x="671647" y="692149"/>
                </a:lnTo>
                <a:lnTo>
                  <a:pt x="621800" y="680719"/>
                </a:lnTo>
                <a:lnTo>
                  <a:pt x="571797" y="678179"/>
                </a:lnTo>
                <a:lnTo>
                  <a:pt x="728638" y="678179"/>
                </a:lnTo>
                <a:lnTo>
                  <a:pt x="742600" y="687069"/>
                </a:lnTo>
                <a:lnTo>
                  <a:pt x="757711" y="698499"/>
                </a:lnTo>
                <a:lnTo>
                  <a:pt x="771978" y="711199"/>
                </a:lnTo>
                <a:lnTo>
                  <a:pt x="776865" y="716279"/>
                </a:lnTo>
                <a:lnTo>
                  <a:pt x="837500" y="716279"/>
                </a:lnTo>
                <a:lnTo>
                  <a:pt x="830581" y="734059"/>
                </a:lnTo>
                <a:lnTo>
                  <a:pt x="817084" y="746759"/>
                </a:lnTo>
                <a:lnTo>
                  <a:pt x="799279" y="755649"/>
                </a:lnTo>
                <a:lnTo>
                  <a:pt x="780589" y="756919"/>
                </a:lnTo>
                <a:close/>
              </a:path>
              <a:path w="1019175" h="1014729">
                <a:moveTo>
                  <a:pt x="794920" y="716279"/>
                </a:moveTo>
                <a:lnTo>
                  <a:pt x="776865" y="716279"/>
                </a:lnTo>
                <a:lnTo>
                  <a:pt x="787141" y="715009"/>
                </a:lnTo>
                <a:lnTo>
                  <a:pt x="794920" y="716279"/>
                </a:lnTo>
                <a:close/>
              </a:path>
              <a:path w="1019175" h="1014729">
                <a:moveTo>
                  <a:pt x="419292" y="749299"/>
                </a:moveTo>
                <a:lnTo>
                  <a:pt x="353383" y="749299"/>
                </a:lnTo>
                <a:lnTo>
                  <a:pt x="373398" y="742949"/>
                </a:lnTo>
                <a:lnTo>
                  <a:pt x="383263" y="736599"/>
                </a:lnTo>
                <a:lnTo>
                  <a:pt x="384732" y="727709"/>
                </a:lnTo>
                <a:lnTo>
                  <a:pt x="379561" y="716279"/>
                </a:lnTo>
                <a:lnTo>
                  <a:pt x="421124" y="716279"/>
                </a:lnTo>
                <a:lnTo>
                  <a:pt x="423720" y="730249"/>
                </a:lnTo>
                <a:lnTo>
                  <a:pt x="419292" y="749299"/>
                </a:lnTo>
                <a:close/>
              </a:path>
              <a:path w="1019175" h="1014729">
                <a:moveTo>
                  <a:pt x="437905" y="977899"/>
                </a:moveTo>
                <a:lnTo>
                  <a:pt x="382184" y="977899"/>
                </a:lnTo>
                <a:lnTo>
                  <a:pt x="392928" y="975359"/>
                </a:lnTo>
                <a:lnTo>
                  <a:pt x="400868" y="969009"/>
                </a:lnTo>
                <a:lnTo>
                  <a:pt x="404645" y="960119"/>
                </a:lnTo>
                <a:lnTo>
                  <a:pt x="404305" y="949959"/>
                </a:lnTo>
                <a:lnTo>
                  <a:pt x="399889" y="937259"/>
                </a:lnTo>
                <a:lnTo>
                  <a:pt x="379206" y="892809"/>
                </a:lnTo>
                <a:lnTo>
                  <a:pt x="358501" y="849629"/>
                </a:lnTo>
                <a:lnTo>
                  <a:pt x="317020" y="760729"/>
                </a:lnTo>
                <a:lnTo>
                  <a:pt x="314973" y="756919"/>
                </a:lnTo>
                <a:lnTo>
                  <a:pt x="312292" y="753109"/>
                </a:lnTo>
                <a:lnTo>
                  <a:pt x="309571" y="748029"/>
                </a:lnTo>
                <a:lnTo>
                  <a:pt x="352722" y="748029"/>
                </a:lnTo>
                <a:lnTo>
                  <a:pt x="353383" y="749299"/>
                </a:lnTo>
                <a:lnTo>
                  <a:pt x="419292" y="749299"/>
                </a:lnTo>
                <a:lnTo>
                  <a:pt x="402381" y="765809"/>
                </a:lnTo>
                <a:lnTo>
                  <a:pt x="369893" y="786129"/>
                </a:lnTo>
                <a:lnTo>
                  <a:pt x="385873" y="819149"/>
                </a:lnTo>
                <a:lnTo>
                  <a:pt x="401915" y="853439"/>
                </a:lnTo>
                <a:lnTo>
                  <a:pt x="417656" y="886459"/>
                </a:lnTo>
                <a:lnTo>
                  <a:pt x="432738" y="920749"/>
                </a:lnTo>
                <a:lnTo>
                  <a:pt x="436974" y="932179"/>
                </a:lnTo>
                <a:lnTo>
                  <a:pt x="439553" y="944879"/>
                </a:lnTo>
                <a:lnTo>
                  <a:pt x="440474" y="957579"/>
                </a:lnTo>
                <a:lnTo>
                  <a:pt x="439812" y="969009"/>
                </a:lnTo>
                <a:lnTo>
                  <a:pt x="439738" y="970279"/>
                </a:lnTo>
                <a:lnTo>
                  <a:pt x="438814" y="975359"/>
                </a:lnTo>
                <a:lnTo>
                  <a:pt x="437905" y="977899"/>
                </a:lnTo>
                <a:close/>
              </a:path>
              <a:path w="1019175" h="1014729">
                <a:moveTo>
                  <a:pt x="387162" y="1014729"/>
                </a:moveTo>
                <a:lnTo>
                  <a:pt x="369021" y="1014729"/>
                </a:lnTo>
                <a:lnTo>
                  <a:pt x="363192" y="1012189"/>
                </a:lnTo>
                <a:lnTo>
                  <a:pt x="352006" y="1008379"/>
                </a:lnTo>
                <a:lnTo>
                  <a:pt x="346920" y="1004569"/>
                </a:lnTo>
                <a:lnTo>
                  <a:pt x="337764" y="996949"/>
                </a:lnTo>
                <a:lnTo>
                  <a:pt x="333916" y="991869"/>
                </a:lnTo>
                <a:lnTo>
                  <a:pt x="330797" y="986789"/>
                </a:lnTo>
                <a:lnTo>
                  <a:pt x="312935" y="958849"/>
                </a:lnTo>
                <a:lnTo>
                  <a:pt x="259776" y="877569"/>
                </a:lnTo>
                <a:lnTo>
                  <a:pt x="237038" y="842009"/>
                </a:lnTo>
                <a:lnTo>
                  <a:pt x="214657" y="806449"/>
                </a:lnTo>
                <a:lnTo>
                  <a:pt x="209664" y="798829"/>
                </a:lnTo>
                <a:lnTo>
                  <a:pt x="204830" y="795019"/>
                </a:lnTo>
                <a:lnTo>
                  <a:pt x="251275" y="795019"/>
                </a:lnTo>
                <a:lnTo>
                  <a:pt x="300371" y="871219"/>
                </a:lnTo>
                <a:lnTo>
                  <a:pt x="329427" y="916939"/>
                </a:lnTo>
                <a:lnTo>
                  <a:pt x="358256" y="961389"/>
                </a:lnTo>
                <a:lnTo>
                  <a:pt x="365123" y="970279"/>
                </a:lnTo>
                <a:lnTo>
                  <a:pt x="373007" y="975359"/>
                </a:lnTo>
                <a:lnTo>
                  <a:pt x="382184" y="977899"/>
                </a:lnTo>
                <a:lnTo>
                  <a:pt x="437905" y="977899"/>
                </a:lnTo>
                <a:lnTo>
                  <a:pt x="436996" y="980439"/>
                </a:lnTo>
                <a:lnTo>
                  <a:pt x="404394" y="1012189"/>
                </a:lnTo>
                <a:lnTo>
                  <a:pt x="398877" y="1013459"/>
                </a:lnTo>
                <a:lnTo>
                  <a:pt x="393113" y="1013459"/>
                </a:lnTo>
                <a:lnTo>
                  <a:pt x="387162" y="1014729"/>
                </a:lnTo>
                <a:close/>
              </a:path>
              <a:path w="1019175" h="1014729">
                <a:moveTo>
                  <a:pt x="995602" y="653316"/>
                </a:moveTo>
                <a:lnTo>
                  <a:pt x="991142" y="652573"/>
                </a:lnTo>
                <a:lnTo>
                  <a:pt x="974303" y="648415"/>
                </a:lnTo>
                <a:lnTo>
                  <a:pt x="957568" y="644064"/>
                </a:lnTo>
                <a:lnTo>
                  <a:pt x="924995" y="635130"/>
                </a:lnTo>
                <a:lnTo>
                  <a:pt x="921051" y="634131"/>
                </a:lnTo>
                <a:lnTo>
                  <a:pt x="908193" y="615772"/>
                </a:lnTo>
                <a:lnTo>
                  <a:pt x="908265" y="612013"/>
                </a:lnTo>
                <a:lnTo>
                  <a:pt x="909370" y="608273"/>
                </a:lnTo>
                <a:lnTo>
                  <a:pt x="910057" y="605831"/>
                </a:lnTo>
                <a:lnTo>
                  <a:pt x="930735" y="592154"/>
                </a:lnTo>
                <a:lnTo>
                  <a:pt x="933573" y="592376"/>
                </a:lnTo>
                <a:lnTo>
                  <a:pt x="936367" y="593163"/>
                </a:lnTo>
                <a:lnTo>
                  <a:pt x="984810" y="605831"/>
                </a:lnTo>
                <a:lnTo>
                  <a:pt x="1000836" y="610237"/>
                </a:lnTo>
                <a:lnTo>
                  <a:pt x="1004722" y="611219"/>
                </a:lnTo>
                <a:lnTo>
                  <a:pt x="1008141" y="613064"/>
                </a:lnTo>
                <a:lnTo>
                  <a:pt x="1018939" y="633491"/>
                </a:lnTo>
                <a:lnTo>
                  <a:pt x="1017302" y="641641"/>
                </a:lnTo>
                <a:lnTo>
                  <a:pt x="1015551" y="645268"/>
                </a:lnTo>
                <a:lnTo>
                  <a:pt x="1012896" y="648415"/>
                </a:lnTo>
                <a:lnTo>
                  <a:pt x="1011284" y="650583"/>
                </a:lnTo>
                <a:lnTo>
                  <a:pt x="1008643" y="650873"/>
                </a:lnTo>
                <a:lnTo>
                  <a:pt x="1005842" y="651440"/>
                </a:lnTo>
                <a:lnTo>
                  <a:pt x="1004350" y="651809"/>
                </a:lnTo>
                <a:lnTo>
                  <a:pt x="1000005" y="653061"/>
                </a:lnTo>
                <a:lnTo>
                  <a:pt x="995602" y="653316"/>
                </a:lnTo>
                <a:close/>
              </a:path>
              <a:path w="1019175" h="1014729">
                <a:moveTo>
                  <a:pt x="866260" y="332063"/>
                </a:moveTo>
                <a:lnTo>
                  <a:pt x="857507" y="332063"/>
                </a:lnTo>
                <a:lnTo>
                  <a:pt x="854612" y="331326"/>
                </a:lnTo>
                <a:lnTo>
                  <a:pt x="847803" y="327455"/>
                </a:lnTo>
                <a:lnTo>
                  <a:pt x="845133" y="324787"/>
                </a:lnTo>
                <a:lnTo>
                  <a:pt x="843196" y="321388"/>
                </a:lnTo>
                <a:lnTo>
                  <a:pt x="841723" y="318878"/>
                </a:lnTo>
                <a:lnTo>
                  <a:pt x="840790" y="316182"/>
                </a:lnTo>
                <a:lnTo>
                  <a:pt x="840000" y="310418"/>
                </a:lnTo>
                <a:lnTo>
                  <a:pt x="840174" y="307571"/>
                </a:lnTo>
                <a:lnTo>
                  <a:pt x="841536" y="302421"/>
                </a:lnTo>
                <a:lnTo>
                  <a:pt x="841662" y="301947"/>
                </a:lnTo>
                <a:lnTo>
                  <a:pt x="842918" y="299384"/>
                </a:lnTo>
                <a:lnTo>
                  <a:pt x="846454" y="294761"/>
                </a:lnTo>
                <a:lnTo>
                  <a:pt x="848599" y="292876"/>
                </a:lnTo>
                <a:lnTo>
                  <a:pt x="851121" y="291419"/>
                </a:lnTo>
                <a:lnTo>
                  <a:pt x="879569" y="273923"/>
                </a:lnTo>
                <a:lnTo>
                  <a:pt x="908115" y="256822"/>
                </a:lnTo>
                <a:lnTo>
                  <a:pt x="911515" y="254704"/>
                </a:lnTo>
                <a:lnTo>
                  <a:pt x="915216" y="253520"/>
                </a:lnTo>
                <a:lnTo>
                  <a:pt x="944041" y="274648"/>
                </a:lnTo>
                <a:lnTo>
                  <a:pt x="944490" y="277285"/>
                </a:lnTo>
                <a:lnTo>
                  <a:pt x="942813" y="279434"/>
                </a:lnTo>
                <a:lnTo>
                  <a:pt x="941281" y="281834"/>
                </a:lnTo>
                <a:lnTo>
                  <a:pt x="940515" y="283165"/>
                </a:lnTo>
                <a:lnTo>
                  <a:pt x="938407" y="287159"/>
                </a:lnTo>
                <a:lnTo>
                  <a:pt x="935536" y="290499"/>
                </a:lnTo>
                <a:lnTo>
                  <a:pt x="931903" y="293186"/>
                </a:lnTo>
                <a:lnTo>
                  <a:pt x="917243" y="302421"/>
                </a:lnTo>
                <a:lnTo>
                  <a:pt x="902505" y="311465"/>
                </a:lnTo>
                <a:lnTo>
                  <a:pt x="873483" y="328784"/>
                </a:lnTo>
                <a:lnTo>
                  <a:pt x="870024" y="330929"/>
                </a:lnTo>
                <a:lnTo>
                  <a:pt x="866260" y="332063"/>
                </a:lnTo>
                <a:close/>
              </a:path>
            </a:pathLst>
          </a:custGeom>
          <a:solidFill>
            <a:srgbClr val="000000"/>
          </a:solidFill>
        </p:spPr>
        <p:txBody>
          <a:bodyPr wrap="square" lIns="0" tIns="0" rIns="0" bIns="0" rtlCol="0"/>
          <a:lstStyle/>
          <a:p>
            <a:endParaRPr/>
          </a:p>
        </p:txBody>
      </p:sp>
      <p:pic>
        <p:nvPicPr>
          <p:cNvPr id="25" name="bg object 25"/>
          <p:cNvPicPr/>
          <p:nvPr/>
        </p:nvPicPr>
        <p:blipFill>
          <a:blip r:embed="rId5" cstate="print"/>
          <a:stretch>
            <a:fillRect/>
          </a:stretch>
        </p:blipFill>
        <p:spPr>
          <a:xfrm>
            <a:off x="5204691" y="8233019"/>
            <a:ext cx="818990" cy="890269"/>
          </a:xfrm>
          <a:prstGeom prst="rect">
            <a:avLst/>
          </a:prstGeom>
        </p:spPr>
      </p:pic>
      <p:pic>
        <p:nvPicPr>
          <p:cNvPr id="26" name="bg object 26"/>
          <p:cNvPicPr/>
          <p:nvPr/>
        </p:nvPicPr>
        <p:blipFill>
          <a:blip r:embed="rId6" cstate="print"/>
          <a:stretch>
            <a:fillRect/>
          </a:stretch>
        </p:blipFill>
        <p:spPr>
          <a:xfrm>
            <a:off x="6479888" y="8396531"/>
            <a:ext cx="795938" cy="729596"/>
          </a:xfrm>
          <a:prstGeom prst="rect">
            <a:avLst/>
          </a:prstGeom>
        </p:spPr>
      </p:pic>
      <p:sp>
        <p:nvSpPr>
          <p:cNvPr id="27" name="bg object 27"/>
          <p:cNvSpPr/>
          <p:nvPr/>
        </p:nvSpPr>
        <p:spPr>
          <a:xfrm>
            <a:off x="6753604" y="5608301"/>
            <a:ext cx="683895" cy="808990"/>
          </a:xfrm>
          <a:custGeom>
            <a:avLst/>
            <a:gdLst/>
            <a:ahLst/>
            <a:cxnLst/>
            <a:rect l="l" t="t" r="r" b="b"/>
            <a:pathLst>
              <a:path w="683895" h="808989">
                <a:moveTo>
                  <a:pt x="481118" y="808989"/>
                </a:moveTo>
                <a:lnTo>
                  <a:pt x="45863" y="808989"/>
                </a:lnTo>
                <a:lnTo>
                  <a:pt x="39060" y="807719"/>
                </a:lnTo>
                <a:lnTo>
                  <a:pt x="35758" y="806449"/>
                </a:lnTo>
                <a:lnTo>
                  <a:pt x="29353" y="803909"/>
                </a:lnTo>
                <a:lnTo>
                  <a:pt x="26312" y="801369"/>
                </a:lnTo>
                <a:lnTo>
                  <a:pt x="20550" y="797559"/>
                </a:lnTo>
                <a:lnTo>
                  <a:pt x="17885" y="796289"/>
                </a:lnTo>
                <a:lnTo>
                  <a:pt x="12987" y="791209"/>
                </a:lnTo>
                <a:lnTo>
                  <a:pt x="10800" y="788669"/>
                </a:lnTo>
                <a:lnTo>
                  <a:pt x="6954" y="782319"/>
                </a:lnTo>
                <a:lnTo>
                  <a:pt x="5330" y="779779"/>
                </a:lnTo>
                <a:lnTo>
                  <a:pt x="2682" y="773429"/>
                </a:lnTo>
                <a:lnTo>
                  <a:pt x="1683" y="769619"/>
                </a:lnTo>
                <a:lnTo>
                  <a:pt x="335" y="763269"/>
                </a:lnTo>
                <a:lnTo>
                  <a:pt x="0" y="759459"/>
                </a:lnTo>
                <a:lnTo>
                  <a:pt x="7" y="48259"/>
                </a:lnTo>
                <a:lnTo>
                  <a:pt x="10849" y="20319"/>
                </a:lnTo>
                <a:lnTo>
                  <a:pt x="13037" y="16509"/>
                </a:lnTo>
                <a:lnTo>
                  <a:pt x="17936" y="12699"/>
                </a:lnTo>
                <a:lnTo>
                  <a:pt x="20600" y="10159"/>
                </a:lnTo>
                <a:lnTo>
                  <a:pt x="26359" y="6349"/>
                </a:lnTo>
                <a:lnTo>
                  <a:pt x="481119" y="0"/>
                </a:lnTo>
                <a:lnTo>
                  <a:pt x="487931" y="1269"/>
                </a:lnTo>
                <a:lnTo>
                  <a:pt x="520101" y="25399"/>
                </a:lnTo>
                <a:lnTo>
                  <a:pt x="520644" y="26669"/>
                </a:lnTo>
                <a:lnTo>
                  <a:pt x="49464" y="26669"/>
                </a:lnTo>
                <a:lnTo>
                  <a:pt x="46287" y="27939"/>
                </a:lnTo>
                <a:lnTo>
                  <a:pt x="27887" y="48259"/>
                </a:lnTo>
                <a:lnTo>
                  <a:pt x="27985" y="763269"/>
                </a:lnTo>
                <a:lnTo>
                  <a:pt x="30426" y="769619"/>
                </a:lnTo>
                <a:lnTo>
                  <a:pt x="38851" y="777239"/>
                </a:lnTo>
                <a:lnTo>
                  <a:pt x="43065" y="779779"/>
                </a:lnTo>
                <a:lnTo>
                  <a:pt x="47954" y="781049"/>
                </a:lnTo>
                <a:lnTo>
                  <a:pt x="520893" y="781049"/>
                </a:lnTo>
                <a:lnTo>
                  <a:pt x="520079" y="782319"/>
                </a:lnTo>
                <a:lnTo>
                  <a:pt x="516222" y="788669"/>
                </a:lnTo>
                <a:lnTo>
                  <a:pt x="514032" y="791209"/>
                </a:lnTo>
                <a:lnTo>
                  <a:pt x="509125" y="796289"/>
                </a:lnTo>
                <a:lnTo>
                  <a:pt x="506457" y="797559"/>
                </a:lnTo>
                <a:lnTo>
                  <a:pt x="500688" y="801369"/>
                </a:lnTo>
                <a:lnTo>
                  <a:pt x="497642" y="803909"/>
                </a:lnTo>
                <a:lnTo>
                  <a:pt x="491231" y="806449"/>
                </a:lnTo>
                <a:lnTo>
                  <a:pt x="487926" y="807719"/>
                </a:lnTo>
                <a:lnTo>
                  <a:pt x="481118" y="808989"/>
                </a:lnTo>
                <a:close/>
              </a:path>
              <a:path w="683895" h="808989">
                <a:moveTo>
                  <a:pt x="517324" y="189229"/>
                </a:moveTo>
                <a:lnTo>
                  <a:pt x="462369" y="189229"/>
                </a:lnTo>
                <a:lnTo>
                  <a:pt x="480590" y="179069"/>
                </a:lnTo>
                <a:lnTo>
                  <a:pt x="500561" y="167639"/>
                </a:lnTo>
                <a:lnTo>
                  <a:pt x="499086" y="106679"/>
                </a:lnTo>
                <a:lnTo>
                  <a:pt x="499111" y="44449"/>
                </a:lnTo>
                <a:lnTo>
                  <a:pt x="496670" y="39369"/>
                </a:lnTo>
                <a:lnTo>
                  <a:pt x="491763" y="34289"/>
                </a:lnTo>
                <a:lnTo>
                  <a:pt x="488220" y="30479"/>
                </a:lnTo>
                <a:lnTo>
                  <a:pt x="483973" y="27939"/>
                </a:lnTo>
                <a:lnTo>
                  <a:pt x="478119" y="27939"/>
                </a:lnTo>
                <a:lnTo>
                  <a:pt x="476797" y="26669"/>
                </a:lnTo>
                <a:lnTo>
                  <a:pt x="520644" y="26669"/>
                </a:lnTo>
                <a:lnTo>
                  <a:pt x="527186" y="133349"/>
                </a:lnTo>
                <a:lnTo>
                  <a:pt x="527235" y="151129"/>
                </a:lnTo>
                <a:lnTo>
                  <a:pt x="583805" y="151129"/>
                </a:lnTo>
                <a:lnTo>
                  <a:pt x="517324" y="189229"/>
                </a:lnTo>
                <a:close/>
              </a:path>
              <a:path w="683895" h="808989">
                <a:moveTo>
                  <a:pt x="424342" y="637539"/>
                </a:moveTo>
                <a:lnTo>
                  <a:pt x="102634" y="637539"/>
                </a:lnTo>
                <a:lnTo>
                  <a:pt x="97046" y="636269"/>
                </a:lnTo>
                <a:lnTo>
                  <a:pt x="65802" y="604519"/>
                </a:lnTo>
                <a:lnTo>
                  <a:pt x="64699" y="599439"/>
                </a:lnTo>
                <a:lnTo>
                  <a:pt x="64704" y="96519"/>
                </a:lnTo>
                <a:lnTo>
                  <a:pt x="86394" y="64769"/>
                </a:lnTo>
                <a:lnTo>
                  <a:pt x="102732" y="59689"/>
                </a:lnTo>
                <a:lnTo>
                  <a:pt x="427289" y="59689"/>
                </a:lnTo>
                <a:lnTo>
                  <a:pt x="458738" y="85089"/>
                </a:lnTo>
                <a:lnTo>
                  <a:pt x="460355" y="90169"/>
                </a:lnTo>
                <a:lnTo>
                  <a:pt x="104864" y="90169"/>
                </a:lnTo>
                <a:lnTo>
                  <a:pt x="101721" y="91439"/>
                </a:lnTo>
                <a:lnTo>
                  <a:pt x="96493" y="96519"/>
                </a:lnTo>
                <a:lnTo>
                  <a:pt x="95189" y="99059"/>
                </a:lnTo>
                <a:lnTo>
                  <a:pt x="95310" y="596899"/>
                </a:lnTo>
                <a:lnTo>
                  <a:pt x="96614" y="600709"/>
                </a:lnTo>
                <a:lnTo>
                  <a:pt x="101087" y="604519"/>
                </a:lnTo>
                <a:lnTo>
                  <a:pt x="103327" y="605789"/>
                </a:lnTo>
                <a:lnTo>
                  <a:pt x="105938" y="605789"/>
                </a:lnTo>
                <a:lnTo>
                  <a:pt x="108546" y="607059"/>
                </a:lnTo>
                <a:lnTo>
                  <a:pt x="460259" y="607059"/>
                </a:lnTo>
                <a:lnTo>
                  <a:pt x="456795" y="615949"/>
                </a:lnTo>
                <a:lnTo>
                  <a:pt x="453627" y="619759"/>
                </a:lnTo>
                <a:lnTo>
                  <a:pt x="445408" y="628649"/>
                </a:lnTo>
                <a:lnTo>
                  <a:pt x="440669" y="631189"/>
                </a:lnTo>
                <a:lnTo>
                  <a:pt x="429932" y="636269"/>
                </a:lnTo>
                <a:lnTo>
                  <a:pt x="424342" y="637539"/>
                </a:lnTo>
                <a:close/>
              </a:path>
              <a:path w="683895" h="808989">
                <a:moveTo>
                  <a:pt x="340117" y="541019"/>
                </a:moveTo>
                <a:lnTo>
                  <a:pt x="326538" y="541019"/>
                </a:lnTo>
                <a:lnTo>
                  <a:pt x="323127" y="535939"/>
                </a:lnTo>
                <a:lnTo>
                  <a:pt x="320820" y="525779"/>
                </a:lnTo>
                <a:lnTo>
                  <a:pt x="316036" y="502919"/>
                </a:lnTo>
                <a:lnTo>
                  <a:pt x="311214" y="480059"/>
                </a:lnTo>
                <a:lnTo>
                  <a:pt x="306431" y="457199"/>
                </a:lnTo>
                <a:lnTo>
                  <a:pt x="301759" y="434339"/>
                </a:lnTo>
                <a:lnTo>
                  <a:pt x="301580" y="431799"/>
                </a:lnTo>
                <a:lnTo>
                  <a:pt x="300775" y="430529"/>
                </a:lnTo>
                <a:lnTo>
                  <a:pt x="297917" y="427989"/>
                </a:lnTo>
                <a:lnTo>
                  <a:pt x="296214" y="426719"/>
                </a:lnTo>
                <a:lnTo>
                  <a:pt x="294236" y="426719"/>
                </a:lnTo>
                <a:lnTo>
                  <a:pt x="287123" y="425449"/>
                </a:lnTo>
                <a:lnTo>
                  <a:pt x="255371" y="407669"/>
                </a:lnTo>
                <a:lnTo>
                  <a:pt x="250100" y="403859"/>
                </a:lnTo>
                <a:lnTo>
                  <a:pt x="245244" y="397509"/>
                </a:lnTo>
                <a:lnTo>
                  <a:pt x="240873" y="392429"/>
                </a:lnTo>
                <a:lnTo>
                  <a:pt x="237055" y="386079"/>
                </a:lnTo>
                <a:lnTo>
                  <a:pt x="226411" y="346709"/>
                </a:lnTo>
                <a:lnTo>
                  <a:pt x="226327" y="344169"/>
                </a:lnTo>
                <a:lnTo>
                  <a:pt x="226514" y="340359"/>
                </a:lnTo>
                <a:lnTo>
                  <a:pt x="226577" y="339089"/>
                </a:lnTo>
                <a:lnTo>
                  <a:pt x="226701" y="336549"/>
                </a:lnTo>
                <a:lnTo>
                  <a:pt x="241685" y="297179"/>
                </a:lnTo>
                <a:lnTo>
                  <a:pt x="246155" y="290829"/>
                </a:lnTo>
                <a:lnTo>
                  <a:pt x="281577" y="266699"/>
                </a:lnTo>
                <a:lnTo>
                  <a:pt x="295640" y="262889"/>
                </a:lnTo>
                <a:lnTo>
                  <a:pt x="305523" y="260349"/>
                </a:lnTo>
                <a:lnTo>
                  <a:pt x="321301" y="257809"/>
                </a:lnTo>
                <a:lnTo>
                  <a:pt x="331353" y="255269"/>
                </a:lnTo>
                <a:lnTo>
                  <a:pt x="334162" y="255269"/>
                </a:lnTo>
                <a:lnTo>
                  <a:pt x="335767" y="253999"/>
                </a:lnTo>
                <a:lnTo>
                  <a:pt x="354197" y="248919"/>
                </a:lnTo>
                <a:lnTo>
                  <a:pt x="371982" y="241299"/>
                </a:lnTo>
                <a:lnTo>
                  <a:pt x="374390" y="240029"/>
                </a:lnTo>
                <a:lnTo>
                  <a:pt x="378704" y="237489"/>
                </a:lnTo>
                <a:lnTo>
                  <a:pt x="384121" y="234949"/>
                </a:lnTo>
                <a:lnTo>
                  <a:pt x="391229" y="231139"/>
                </a:lnTo>
                <a:lnTo>
                  <a:pt x="401940" y="224789"/>
                </a:lnTo>
                <a:lnTo>
                  <a:pt x="415679" y="217169"/>
                </a:lnTo>
                <a:lnTo>
                  <a:pt x="431872" y="207009"/>
                </a:lnTo>
                <a:lnTo>
                  <a:pt x="431755" y="100329"/>
                </a:lnTo>
                <a:lnTo>
                  <a:pt x="430740" y="96519"/>
                </a:lnTo>
                <a:lnTo>
                  <a:pt x="426715" y="92709"/>
                </a:lnTo>
                <a:lnTo>
                  <a:pt x="424152" y="90169"/>
                </a:lnTo>
                <a:lnTo>
                  <a:pt x="460355" y="90169"/>
                </a:lnTo>
                <a:lnTo>
                  <a:pt x="461163" y="92709"/>
                </a:lnTo>
                <a:lnTo>
                  <a:pt x="462169" y="101599"/>
                </a:lnTo>
                <a:lnTo>
                  <a:pt x="462369" y="101599"/>
                </a:lnTo>
                <a:lnTo>
                  <a:pt x="462369" y="189229"/>
                </a:lnTo>
                <a:lnTo>
                  <a:pt x="517324" y="189229"/>
                </a:lnTo>
                <a:lnTo>
                  <a:pt x="475009" y="213359"/>
                </a:lnTo>
                <a:lnTo>
                  <a:pt x="385927" y="265429"/>
                </a:lnTo>
                <a:lnTo>
                  <a:pt x="384302" y="265429"/>
                </a:lnTo>
                <a:lnTo>
                  <a:pt x="383098" y="266699"/>
                </a:lnTo>
                <a:lnTo>
                  <a:pt x="382315" y="269239"/>
                </a:lnTo>
                <a:lnTo>
                  <a:pt x="381837" y="269239"/>
                </a:lnTo>
                <a:lnTo>
                  <a:pt x="381704" y="270509"/>
                </a:lnTo>
                <a:lnTo>
                  <a:pt x="382014" y="273049"/>
                </a:lnTo>
                <a:lnTo>
                  <a:pt x="382110" y="274319"/>
                </a:lnTo>
                <a:lnTo>
                  <a:pt x="382311" y="274319"/>
                </a:lnTo>
                <a:lnTo>
                  <a:pt x="382940" y="276859"/>
                </a:lnTo>
                <a:lnTo>
                  <a:pt x="355530" y="276859"/>
                </a:lnTo>
                <a:lnTo>
                  <a:pt x="347201" y="278129"/>
                </a:lnTo>
                <a:lnTo>
                  <a:pt x="338927" y="280669"/>
                </a:lnTo>
                <a:lnTo>
                  <a:pt x="322124" y="284479"/>
                </a:lnTo>
                <a:lnTo>
                  <a:pt x="321021" y="284479"/>
                </a:lnTo>
                <a:lnTo>
                  <a:pt x="313384" y="285749"/>
                </a:lnTo>
                <a:lnTo>
                  <a:pt x="305822" y="288289"/>
                </a:lnTo>
                <a:lnTo>
                  <a:pt x="298336" y="289559"/>
                </a:lnTo>
                <a:lnTo>
                  <a:pt x="290925" y="292099"/>
                </a:lnTo>
                <a:lnTo>
                  <a:pt x="257991" y="321309"/>
                </a:lnTo>
                <a:lnTo>
                  <a:pt x="252942" y="346709"/>
                </a:lnTo>
                <a:lnTo>
                  <a:pt x="253908" y="353059"/>
                </a:lnTo>
                <a:lnTo>
                  <a:pt x="254590" y="358139"/>
                </a:lnTo>
                <a:lnTo>
                  <a:pt x="283568" y="396239"/>
                </a:lnTo>
                <a:lnTo>
                  <a:pt x="293734" y="400049"/>
                </a:lnTo>
                <a:lnTo>
                  <a:pt x="297550" y="401319"/>
                </a:lnTo>
                <a:lnTo>
                  <a:pt x="517933" y="401319"/>
                </a:lnTo>
                <a:lnTo>
                  <a:pt x="583955" y="410209"/>
                </a:lnTo>
                <a:lnTo>
                  <a:pt x="611944" y="415289"/>
                </a:lnTo>
                <a:lnTo>
                  <a:pt x="383318" y="415289"/>
                </a:lnTo>
                <a:lnTo>
                  <a:pt x="383519" y="416559"/>
                </a:lnTo>
                <a:lnTo>
                  <a:pt x="384593" y="421639"/>
                </a:lnTo>
                <a:lnTo>
                  <a:pt x="354427" y="421639"/>
                </a:lnTo>
                <a:lnTo>
                  <a:pt x="351818" y="422909"/>
                </a:lnTo>
                <a:lnTo>
                  <a:pt x="348207" y="422909"/>
                </a:lnTo>
                <a:lnTo>
                  <a:pt x="346100" y="424179"/>
                </a:lnTo>
                <a:lnTo>
                  <a:pt x="327642" y="427989"/>
                </a:lnTo>
                <a:lnTo>
                  <a:pt x="332169" y="448309"/>
                </a:lnTo>
                <a:lnTo>
                  <a:pt x="341072" y="490219"/>
                </a:lnTo>
                <a:lnTo>
                  <a:pt x="345699" y="511809"/>
                </a:lnTo>
                <a:lnTo>
                  <a:pt x="403502" y="511809"/>
                </a:lnTo>
                <a:lnTo>
                  <a:pt x="404100" y="518159"/>
                </a:lnTo>
                <a:lnTo>
                  <a:pt x="402354" y="523239"/>
                </a:lnTo>
                <a:lnTo>
                  <a:pt x="397937" y="527049"/>
                </a:lnTo>
                <a:lnTo>
                  <a:pt x="390642" y="529589"/>
                </a:lnTo>
                <a:lnTo>
                  <a:pt x="390140" y="529589"/>
                </a:lnTo>
                <a:lnTo>
                  <a:pt x="371681" y="533399"/>
                </a:lnTo>
                <a:lnTo>
                  <a:pt x="364532" y="535939"/>
                </a:lnTo>
                <a:lnTo>
                  <a:pt x="342990" y="539749"/>
                </a:lnTo>
                <a:lnTo>
                  <a:pt x="340117" y="541019"/>
                </a:lnTo>
                <a:close/>
              </a:path>
              <a:path w="683895" h="808989">
                <a:moveTo>
                  <a:pt x="583805" y="151129"/>
                </a:moveTo>
                <a:lnTo>
                  <a:pt x="527235" y="151129"/>
                </a:lnTo>
                <a:lnTo>
                  <a:pt x="531088" y="148589"/>
                </a:lnTo>
                <a:lnTo>
                  <a:pt x="533094" y="147319"/>
                </a:lnTo>
                <a:lnTo>
                  <a:pt x="558474" y="133349"/>
                </a:lnTo>
                <a:lnTo>
                  <a:pt x="585259" y="116839"/>
                </a:lnTo>
                <a:lnTo>
                  <a:pt x="593001" y="113029"/>
                </a:lnTo>
                <a:lnTo>
                  <a:pt x="607630" y="104139"/>
                </a:lnTo>
                <a:lnTo>
                  <a:pt x="608309" y="104139"/>
                </a:lnTo>
                <a:lnTo>
                  <a:pt x="608634" y="102869"/>
                </a:lnTo>
                <a:lnTo>
                  <a:pt x="618012" y="147319"/>
                </a:lnTo>
                <a:lnTo>
                  <a:pt x="590376" y="147319"/>
                </a:lnTo>
                <a:lnTo>
                  <a:pt x="583805" y="151129"/>
                </a:lnTo>
                <a:close/>
              </a:path>
              <a:path w="683895" h="808989">
                <a:moveTo>
                  <a:pt x="675883" y="419099"/>
                </a:moveTo>
                <a:lnTo>
                  <a:pt x="648059" y="419099"/>
                </a:lnTo>
                <a:lnTo>
                  <a:pt x="613750" y="257809"/>
                </a:lnTo>
                <a:lnTo>
                  <a:pt x="606226" y="222249"/>
                </a:lnTo>
                <a:lnTo>
                  <a:pt x="605524" y="218439"/>
                </a:lnTo>
                <a:lnTo>
                  <a:pt x="604721" y="215899"/>
                </a:lnTo>
                <a:lnTo>
                  <a:pt x="593185" y="161289"/>
                </a:lnTo>
                <a:lnTo>
                  <a:pt x="592181" y="156209"/>
                </a:lnTo>
                <a:lnTo>
                  <a:pt x="590376" y="147319"/>
                </a:lnTo>
                <a:lnTo>
                  <a:pt x="618012" y="147319"/>
                </a:lnTo>
                <a:lnTo>
                  <a:pt x="628998" y="199389"/>
                </a:lnTo>
                <a:lnTo>
                  <a:pt x="675883" y="419099"/>
                </a:lnTo>
                <a:close/>
              </a:path>
              <a:path w="683895" h="808989">
                <a:moveTo>
                  <a:pt x="517933" y="401319"/>
                </a:moveTo>
                <a:lnTo>
                  <a:pt x="313965" y="401319"/>
                </a:lnTo>
                <a:lnTo>
                  <a:pt x="339580" y="397509"/>
                </a:lnTo>
                <a:lnTo>
                  <a:pt x="342589" y="397509"/>
                </a:lnTo>
                <a:lnTo>
                  <a:pt x="359693" y="393699"/>
                </a:lnTo>
                <a:lnTo>
                  <a:pt x="377099" y="391159"/>
                </a:lnTo>
                <a:lnTo>
                  <a:pt x="379807" y="391159"/>
                </a:lnTo>
                <a:lnTo>
                  <a:pt x="355530" y="276859"/>
                </a:lnTo>
                <a:lnTo>
                  <a:pt x="382940" y="276859"/>
                </a:lnTo>
                <a:lnTo>
                  <a:pt x="385204" y="285749"/>
                </a:lnTo>
                <a:lnTo>
                  <a:pt x="389927" y="307339"/>
                </a:lnTo>
                <a:lnTo>
                  <a:pt x="396512" y="339089"/>
                </a:lnTo>
                <a:lnTo>
                  <a:pt x="404686" y="379729"/>
                </a:lnTo>
                <a:lnTo>
                  <a:pt x="405689" y="382269"/>
                </a:lnTo>
                <a:lnTo>
                  <a:pt x="406793" y="384809"/>
                </a:lnTo>
                <a:lnTo>
                  <a:pt x="407896" y="386079"/>
                </a:lnTo>
                <a:lnTo>
                  <a:pt x="517933" y="401319"/>
                </a:lnTo>
                <a:close/>
              </a:path>
              <a:path w="683895" h="808989">
                <a:moveTo>
                  <a:pt x="460259" y="607059"/>
                </a:moveTo>
                <a:lnTo>
                  <a:pt x="422172" y="607059"/>
                </a:lnTo>
                <a:lnTo>
                  <a:pt x="425316" y="605789"/>
                </a:lnTo>
                <a:lnTo>
                  <a:pt x="427960" y="603249"/>
                </a:lnTo>
                <a:lnTo>
                  <a:pt x="430562" y="600709"/>
                </a:lnTo>
                <a:lnTo>
                  <a:pt x="431867" y="596899"/>
                </a:lnTo>
                <a:lnTo>
                  <a:pt x="431873" y="421639"/>
                </a:lnTo>
                <a:lnTo>
                  <a:pt x="410555" y="419099"/>
                </a:lnTo>
                <a:lnTo>
                  <a:pt x="389237" y="415289"/>
                </a:lnTo>
                <a:lnTo>
                  <a:pt x="611944" y="415289"/>
                </a:lnTo>
                <a:lnTo>
                  <a:pt x="627644" y="416559"/>
                </a:lnTo>
                <a:lnTo>
                  <a:pt x="643344" y="419099"/>
                </a:lnTo>
                <a:lnTo>
                  <a:pt x="675883" y="419099"/>
                </a:lnTo>
                <a:lnTo>
                  <a:pt x="677238" y="425449"/>
                </a:lnTo>
                <a:lnTo>
                  <a:pt x="462369" y="425449"/>
                </a:lnTo>
                <a:lnTo>
                  <a:pt x="462364" y="599439"/>
                </a:lnTo>
                <a:lnTo>
                  <a:pt x="461248" y="604519"/>
                </a:lnTo>
                <a:lnTo>
                  <a:pt x="460259" y="607059"/>
                </a:lnTo>
                <a:close/>
              </a:path>
              <a:path w="683895" h="808989">
                <a:moveTo>
                  <a:pt x="403502" y="511809"/>
                </a:moveTo>
                <a:lnTo>
                  <a:pt x="345699" y="511809"/>
                </a:lnTo>
                <a:lnTo>
                  <a:pt x="354226" y="510539"/>
                </a:lnTo>
                <a:lnTo>
                  <a:pt x="362051" y="507999"/>
                </a:lnTo>
                <a:lnTo>
                  <a:pt x="371681" y="506729"/>
                </a:lnTo>
                <a:lnTo>
                  <a:pt x="373387" y="506729"/>
                </a:lnTo>
                <a:lnTo>
                  <a:pt x="375092" y="505459"/>
                </a:lnTo>
                <a:lnTo>
                  <a:pt x="370536" y="485139"/>
                </a:lnTo>
                <a:lnTo>
                  <a:pt x="357035" y="421639"/>
                </a:lnTo>
                <a:lnTo>
                  <a:pt x="384593" y="421639"/>
                </a:lnTo>
                <a:lnTo>
                  <a:pt x="403382" y="510539"/>
                </a:lnTo>
                <a:lnTo>
                  <a:pt x="403502" y="511809"/>
                </a:lnTo>
                <a:close/>
              </a:path>
              <a:path w="683895" h="808989">
                <a:moveTo>
                  <a:pt x="520893" y="781049"/>
                </a:moveTo>
                <a:lnTo>
                  <a:pt x="481067" y="781049"/>
                </a:lnTo>
                <a:lnTo>
                  <a:pt x="486952" y="778509"/>
                </a:lnTo>
                <a:lnTo>
                  <a:pt x="491863" y="773429"/>
                </a:lnTo>
                <a:lnTo>
                  <a:pt x="496750" y="769619"/>
                </a:lnTo>
                <a:lnTo>
                  <a:pt x="499192" y="763269"/>
                </a:lnTo>
                <a:lnTo>
                  <a:pt x="499186" y="430529"/>
                </a:lnTo>
                <a:lnTo>
                  <a:pt x="462369" y="425449"/>
                </a:lnTo>
                <a:lnTo>
                  <a:pt x="677238" y="425449"/>
                </a:lnTo>
                <a:lnTo>
                  <a:pt x="679135" y="434339"/>
                </a:lnTo>
                <a:lnTo>
                  <a:pt x="527075" y="434339"/>
                </a:lnTo>
                <a:lnTo>
                  <a:pt x="527071" y="759459"/>
                </a:lnTo>
                <a:lnTo>
                  <a:pt x="526729" y="763269"/>
                </a:lnTo>
                <a:lnTo>
                  <a:pt x="525370" y="769619"/>
                </a:lnTo>
                <a:lnTo>
                  <a:pt x="524366" y="773429"/>
                </a:lnTo>
                <a:lnTo>
                  <a:pt x="521707" y="779779"/>
                </a:lnTo>
                <a:lnTo>
                  <a:pt x="520893" y="781049"/>
                </a:lnTo>
                <a:close/>
              </a:path>
              <a:path w="683895" h="808989">
                <a:moveTo>
                  <a:pt x="683471" y="454659"/>
                </a:moveTo>
                <a:lnTo>
                  <a:pt x="649263" y="449579"/>
                </a:lnTo>
                <a:lnTo>
                  <a:pt x="527075" y="434339"/>
                </a:lnTo>
                <a:lnTo>
                  <a:pt x="679135" y="434339"/>
                </a:lnTo>
                <a:lnTo>
                  <a:pt x="683471" y="454659"/>
                </a:lnTo>
                <a:close/>
              </a:path>
              <a:path w="683895" h="808989">
                <a:moveTo>
                  <a:pt x="269391" y="749299"/>
                </a:moveTo>
                <a:lnTo>
                  <a:pt x="257685" y="749299"/>
                </a:lnTo>
                <a:lnTo>
                  <a:pt x="252054" y="748029"/>
                </a:lnTo>
                <a:lnTo>
                  <a:pt x="220518" y="717549"/>
                </a:lnTo>
                <a:lnTo>
                  <a:pt x="219398" y="711199"/>
                </a:lnTo>
                <a:lnTo>
                  <a:pt x="219398" y="699769"/>
                </a:lnTo>
                <a:lnTo>
                  <a:pt x="241239" y="668019"/>
                </a:lnTo>
                <a:lnTo>
                  <a:pt x="257685" y="661669"/>
                </a:lnTo>
                <a:lnTo>
                  <a:pt x="269391" y="661669"/>
                </a:lnTo>
                <a:lnTo>
                  <a:pt x="302078" y="683259"/>
                </a:lnTo>
                <a:lnTo>
                  <a:pt x="303572" y="687069"/>
                </a:lnTo>
                <a:lnTo>
                  <a:pt x="258579" y="687069"/>
                </a:lnTo>
                <a:lnTo>
                  <a:pt x="253909" y="689609"/>
                </a:lnTo>
                <a:lnTo>
                  <a:pt x="251848" y="690879"/>
                </a:lnTo>
                <a:lnTo>
                  <a:pt x="248273" y="694689"/>
                </a:lnTo>
                <a:lnTo>
                  <a:pt x="246896" y="695959"/>
                </a:lnTo>
                <a:lnTo>
                  <a:pt x="244961" y="701039"/>
                </a:lnTo>
                <a:lnTo>
                  <a:pt x="244478" y="703579"/>
                </a:lnTo>
                <a:lnTo>
                  <a:pt x="244478" y="708659"/>
                </a:lnTo>
                <a:lnTo>
                  <a:pt x="258579" y="723899"/>
                </a:lnTo>
                <a:lnTo>
                  <a:pt x="261011" y="725169"/>
                </a:lnTo>
                <a:lnTo>
                  <a:pt x="303198" y="725169"/>
                </a:lnTo>
                <a:lnTo>
                  <a:pt x="302078" y="727709"/>
                </a:lnTo>
                <a:lnTo>
                  <a:pt x="298889" y="732789"/>
                </a:lnTo>
                <a:lnTo>
                  <a:pt x="290611" y="740409"/>
                </a:lnTo>
                <a:lnTo>
                  <a:pt x="285838" y="744219"/>
                </a:lnTo>
                <a:lnTo>
                  <a:pt x="275022" y="748029"/>
                </a:lnTo>
                <a:lnTo>
                  <a:pt x="269391" y="749299"/>
                </a:lnTo>
                <a:close/>
              </a:path>
              <a:path w="683895" h="808989">
                <a:moveTo>
                  <a:pt x="303198" y="725169"/>
                </a:moveTo>
                <a:lnTo>
                  <a:pt x="266063" y="725169"/>
                </a:lnTo>
                <a:lnTo>
                  <a:pt x="268492" y="723899"/>
                </a:lnTo>
                <a:lnTo>
                  <a:pt x="273154" y="722629"/>
                </a:lnTo>
                <a:lnTo>
                  <a:pt x="275213" y="721359"/>
                </a:lnTo>
                <a:lnTo>
                  <a:pt x="282599" y="703579"/>
                </a:lnTo>
                <a:lnTo>
                  <a:pt x="282115" y="701039"/>
                </a:lnTo>
                <a:lnTo>
                  <a:pt x="280180" y="695959"/>
                </a:lnTo>
                <a:lnTo>
                  <a:pt x="278803" y="694689"/>
                </a:lnTo>
                <a:lnTo>
                  <a:pt x="275229" y="690879"/>
                </a:lnTo>
                <a:lnTo>
                  <a:pt x="273167" y="689609"/>
                </a:lnTo>
                <a:lnTo>
                  <a:pt x="268497" y="687069"/>
                </a:lnTo>
                <a:lnTo>
                  <a:pt x="303572" y="687069"/>
                </a:lnTo>
                <a:lnTo>
                  <a:pt x="306558" y="694689"/>
                </a:lnTo>
                <a:lnTo>
                  <a:pt x="307678" y="699769"/>
                </a:lnTo>
                <a:lnTo>
                  <a:pt x="307678" y="711199"/>
                </a:lnTo>
                <a:lnTo>
                  <a:pt x="306558" y="717549"/>
                </a:lnTo>
                <a:lnTo>
                  <a:pt x="303198" y="725169"/>
                </a:lnTo>
                <a:close/>
              </a:path>
            </a:pathLst>
          </a:custGeom>
          <a:solidFill>
            <a:srgbClr val="000000"/>
          </a:solidFill>
        </p:spPr>
        <p:txBody>
          <a:bodyPr wrap="square" lIns="0" tIns="0" rIns="0" bIns="0" rtlCol="0"/>
          <a:lstStyle/>
          <a:p>
            <a:endParaRPr/>
          </a:p>
        </p:txBody>
      </p:sp>
      <p:sp>
        <p:nvSpPr>
          <p:cNvPr id="28" name="bg object 28"/>
          <p:cNvSpPr/>
          <p:nvPr/>
        </p:nvSpPr>
        <p:spPr>
          <a:xfrm>
            <a:off x="10996131" y="4534068"/>
            <a:ext cx="800735" cy="703580"/>
          </a:xfrm>
          <a:custGeom>
            <a:avLst/>
            <a:gdLst/>
            <a:ahLst/>
            <a:cxnLst/>
            <a:rect l="l" t="t" r="r" b="b"/>
            <a:pathLst>
              <a:path w="800734" h="703579">
                <a:moveTo>
                  <a:pt x="501778" y="703580"/>
                </a:moveTo>
                <a:lnTo>
                  <a:pt x="497288" y="703580"/>
                </a:lnTo>
                <a:lnTo>
                  <a:pt x="492581" y="702310"/>
                </a:lnTo>
                <a:lnTo>
                  <a:pt x="492399" y="702310"/>
                </a:lnTo>
                <a:lnTo>
                  <a:pt x="488849" y="701040"/>
                </a:lnTo>
                <a:lnTo>
                  <a:pt x="486301" y="697230"/>
                </a:lnTo>
                <a:lnTo>
                  <a:pt x="483843" y="690880"/>
                </a:lnTo>
                <a:lnTo>
                  <a:pt x="476021" y="671830"/>
                </a:lnTo>
                <a:lnTo>
                  <a:pt x="468164" y="651510"/>
                </a:lnTo>
                <a:lnTo>
                  <a:pt x="460342" y="631190"/>
                </a:lnTo>
                <a:lnTo>
                  <a:pt x="452259" y="610870"/>
                </a:lnTo>
                <a:lnTo>
                  <a:pt x="451804" y="609600"/>
                </a:lnTo>
                <a:lnTo>
                  <a:pt x="451256" y="609600"/>
                </a:lnTo>
                <a:lnTo>
                  <a:pt x="449595" y="607060"/>
                </a:lnTo>
                <a:lnTo>
                  <a:pt x="447411" y="605790"/>
                </a:lnTo>
                <a:lnTo>
                  <a:pt x="433076" y="605790"/>
                </a:lnTo>
                <a:lnTo>
                  <a:pt x="422025" y="603250"/>
                </a:lnTo>
                <a:lnTo>
                  <a:pt x="385743" y="576580"/>
                </a:lnTo>
                <a:lnTo>
                  <a:pt x="381496" y="571500"/>
                </a:lnTo>
                <a:lnTo>
                  <a:pt x="369972" y="533400"/>
                </a:lnTo>
                <a:lnTo>
                  <a:pt x="68007" y="533400"/>
                </a:lnTo>
                <a:lnTo>
                  <a:pt x="53027" y="529590"/>
                </a:lnTo>
                <a:lnTo>
                  <a:pt x="43527" y="525780"/>
                </a:lnTo>
                <a:lnTo>
                  <a:pt x="39014" y="523240"/>
                </a:lnTo>
                <a:lnTo>
                  <a:pt x="30463" y="516890"/>
                </a:lnTo>
                <a:lnTo>
                  <a:pt x="26506" y="514350"/>
                </a:lnTo>
                <a:lnTo>
                  <a:pt x="3900" y="481330"/>
                </a:lnTo>
                <a:lnTo>
                  <a:pt x="0" y="71120"/>
                </a:lnTo>
                <a:lnTo>
                  <a:pt x="379" y="67310"/>
                </a:lnTo>
                <a:lnTo>
                  <a:pt x="15956" y="29210"/>
                </a:lnTo>
                <a:lnTo>
                  <a:pt x="26480" y="19050"/>
                </a:lnTo>
                <a:lnTo>
                  <a:pt x="30438" y="15240"/>
                </a:lnTo>
                <a:lnTo>
                  <a:pt x="38992" y="10160"/>
                </a:lnTo>
                <a:lnTo>
                  <a:pt x="43507" y="7620"/>
                </a:lnTo>
                <a:lnTo>
                  <a:pt x="53011" y="3810"/>
                </a:lnTo>
                <a:lnTo>
                  <a:pt x="57910" y="1270"/>
                </a:lnTo>
                <a:lnTo>
                  <a:pt x="68001" y="0"/>
                </a:lnTo>
                <a:lnTo>
                  <a:pt x="667112" y="0"/>
                </a:lnTo>
                <a:lnTo>
                  <a:pt x="677194" y="1270"/>
                </a:lnTo>
                <a:lnTo>
                  <a:pt x="682088" y="3810"/>
                </a:lnTo>
                <a:lnTo>
                  <a:pt x="691584" y="7620"/>
                </a:lnTo>
                <a:lnTo>
                  <a:pt x="696094" y="10160"/>
                </a:lnTo>
                <a:lnTo>
                  <a:pt x="704638" y="15240"/>
                </a:lnTo>
                <a:lnTo>
                  <a:pt x="708591" y="19050"/>
                </a:lnTo>
                <a:lnTo>
                  <a:pt x="715858" y="25400"/>
                </a:lnTo>
                <a:lnTo>
                  <a:pt x="716939" y="26670"/>
                </a:lnTo>
                <a:lnTo>
                  <a:pt x="71568" y="26670"/>
                </a:lnTo>
                <a:lnTo>
                  <a:pt x="64993" y="27940"/>
                </a:lnTo>
                <a:lnTo>
                  <a:pt x="44514" y="39370"/>
                </a:lnTo>
                <a:lnTo>
                  <a:pt x="39773" y="43180"/>
                </a:lnTo>
                <a:lnTo>
                  <a:pt x="37656" y="45720"/>
                </a:lnTo>
                <a:lnTo>
                  <a:pt x="33930" y="52070"/>
                </a:lnTo>
                <a:lnTo>
                  <a:pt x="32357" y="54610"/>
                </a:lnTo>
                <a:lnTo>
                  <a:pt x="29789" y="60960"/>
                </a:lnTo>
                <a:lnTo>
                  <a:pt x="28819" y="63500"/>
                </a:lnTo>
                <a:lnTo>
                  <a:pt x="27508" y="71120"/>
                </a:lnTo>
                <a:lnTo>
                  <a:pt x="27179" y="73660"/>
                </a:lnTo>
                <a:lnTo>
                  <a:pt x="27183" y="458470"/>
                </a:lnTo>
                <a:lnTo>
                  <a:pt x="27405" y="461010"/>
                </a:lnTo>
                <a:lnTo>
                  <a:pt x="27517" y="462280"/>
                </a:lnTo>
                <a:lnTo>
                  <a:pt x="28835" y="468630"/>
                </a:lnTo>
                <a:lnTo>
                  <a:pt x="29808" y="472440"/>
                </a:lnTo>
                <a:lnTo>
                  <a:pt x="32380" y="477520"/>
                </a:lnTo>
                <a:lnTo>
                  <a:pt x="33955" y="481330"/>
                </a:lnTo>
                <a:lnTo>
                  <a:pt x="37683" y="486410"/>
                </a:lnTo>
                <a:lnTo>
                  <a:pt x="39800" y="488950"/>
                </a:lnTo>
                <a:lnTo>
                  <a:pt x="44540" y="494030"/>
                </a:lnTo>
                <a:lnTo>
                  <a:pt x="47118" y="495300"/>
                </a:lnTo>
                <a:lnTo>
                  <a:pt x="52689" y="499110"/>
                </a:lnTo>
                <a:lnTo>
                  <a:pt x="55629" y="501650"/>
                </a:lnTo>
                <a:lnTo>
                  <a:pt x="61817" y="504190"/>
                </a:lnTo>
                <a:lnTo>
                  <a:pt x="65006" y="504190"/>
                </a:lnTo>
                <a:lnTo>
                  <a:pt x="71575" y="505460"/>
                </a:lnTo>
                <a:lnTo>
                  <a:pt x="74892" y="506730"/>
                </a:lnTo>
                <a:lnTo>
                  <a:pt x="399629" y="506730"/>
                </a:lnTo>
                <a:lnTo>
                  <a:pt x="395729" y="516890"/>
                </a:lnTo>
                <a:lnTo>
                  <a:pt x="394546" y="521970"/>
                </a:lnTo>
                <a:lnTo>
                  <a:pt x="394442" y="525780"/>
                </a:lnTo>
                <a:lnTo>
                  <a:pt x="394338" y="529590"/>
                </a:lnTo>
                <a:lnTo>
                  <a:pt x="394234" y="533400"/>
                </a:lnTo>
                <a:lnTo>
                  <a:pt x="408403" y="565150"/>
                </a:lnTo>
                <a:lnTo>
                  <a:pt x="414119" y="571500"/>
                </a:lnTo>
                <a:lnTo>
                  <a:pt x="414756" y="571500"/>
                </a:lnTo>
                <a:lnTo>
                  <a:pt x="419718" y="575310"/>
                </a:lnTo>
                <a:lnTo>
                  <a:pt x="425353" y="579120"/>
                </a:lnTo>
                <a:lnTo>
                  <a:pt x="444348" y="582930"/>
                </a:lnTo>
                <a:lnTo>
                  <a:pt x="523751" y="582930"/>
                </a:lnTo>
                <a:lnTo>
                  <a:pt x="527217" y="591820"/>
                </a:lnTo>
                <a:lnTo>
                  <a:pt x="500409" y="591820"/>
                </a:lnTo>
                <a:lnTo>
                  <a:pt x="493816" y="594360"/>
                </a:lnTo>
                <a:lnTo>
                  <a:pt x="474923" y="601980"/>
                </a:lnTo>
                <a:lnTo>
                  <a:pt x="476505" y="605790"/>
                </a:lnTo>
                <a:lnTo>
                  <a:pt x="447411" y="605790"/>
                </a:lnTo>
                <a:lnTo>
                  <a:pt x="444703" y="607060"/>
                </a:lnTo>
                <a:lnTo>
                  <a:pt x="477032" y="607060"/>
                </a:lnTo>
                <a:lnTo>
                  <a:pt x="482306" y="619760"/>
                </a:lnTo>
                <a:lnTo>
                  <a:pt x="504232" y="675640"/>
                </a:lnTo>
                <a:lnTo>
                  <a:pt x="557962" y="675640"/>
                </a:lnTo>
                <a:lnTo>
                  <a:pt x="556260" y="679450"/>
                </a:lnTo>
                <a:lnTo>
                  <a:pt x="554988" y="680720"/>
                </a:lnTo>
                <a:lnTo>
                  <a:pt x="551604" y="683260"/>
                </a:lnTo>
                <a:lnTo>
                  <a:pt x="549692" y="684530"/>
                </a:lnTo>
                <a:lnTo>
                  <a:pt x="547560" y="684530"/>
                </a:lnTo>
                <a:lnTo>
                  <a:pt x="537221" y="688340"/>
                </a:lnTo>
                <a:lnTo>
                  <a:pt x="526840" y="693420"/>
                </a:lnTo>
                <a:lnTo>
                  <a:pt x="506053" y="701040"/>
                </a:lnTo>
                <a:lnTo>
                  <a:pt x="501778" y="703580"/>
                </a:lnTo>
                <a:close/>
              </a:path>
              <a:path w="800734" h="703579">
                <a:moveTo>
                  <a:pt x="735159" y="340360"/>
                </a:moveTo>
                <a:lnTo>
                  <a:pt x="707853" y="340360"/>
                </a:lnTo>
                <a:lnTo>
                  <a:pt x="707855" y="73660"/>
                </a:lnTo>
                <a:lnTo>
                  <a:pt x="707531" y="71120"/>
                </a:lnTo>
                <a:lnTo>
                  <a:pt x="706229" y="63500"/>
                </a:lnTo>
                <a:lnTo>
                  <a:pt x="705263" y="60960"/>
                </a:lnTo>
                <a:lnTo>
                  <a:pt x="702705" y="54610"/>
                </a:lnTo>
                <a:lnTo>
                  <a:pt x="701136" y="52070"/>
                </a:lnTo>
                <a:lnTo>
                  <a:pt x="697418" y="45720"/>
                </a:lnTo>
                <a:lnTo>
                  <a:pt x="695306" y="43180"/>
                </a:lnTo>
                <a:lnTo>
                  <a:pt x="690573" y="39370"/>
                </a:lnTo>
                <a:lnTo>
                  <a:pt x="687998" y="36830"/>
                </a:lnTo>
                <a:lnTo>
                  <a:pt x="663546" y="26670"/>
                </a:lnTo>
                <a:lnTo>
                  <a:pt x="716939" y="26670"/>
                </a:lnTo>
                <a:lnTo>
                  <a:pt x="734653" y="67310"/>
                </a:lnTo>
                <a:lnTo>
                  <a:pt x="735158" y="165100"/>
                </a:lnTo>
                <a:lnTo>
                  <a:pt x="735159" y="340360"/>
                </a:lnTo>
                <a:close/>
              </a:path>
              <a:path w="800734" h="703579">
                <a:moveTo>
                  <a:pt x="303693" y="397510"/>
                </a:moveTo>
                <a:lnTo>
                  <a:pt x="294006" y="397510"/>
                </a:lnTo>
                <a:lnTo>
                  <a:pt x="289931" y="396240"/>
                </a:lnTo>
                <a:lnTo>
                  <a:pt x="266236" y="369570"/>
                </a:lnTo>
                <a:lnTo>
                  <a:pt x="266331" y="163830"/>
                </a:lnTo>
                <a:lnTo>
                  <a:pt x="273550" y="147320"/>
                </a:lnTo>
                <a:lnTo>
                  <a:pt x="277491" y="143510"/>
                </a:lnTo>
                <a:lnTo>
                  <a:pt x="279684" y="140970"/>
                </a:lnTo>
                <a:lnTo>
                  <a:pt x="284513" y="138430"/>
                </a:lnTo>
                <a:lnTo>
                  <a:pt x="287069" y="137160"/>
                </a:lnTo>
                <a:lnTo>
                  <a:pt x="292463" y="135890"/>
                </a:lnTo>
                <a:lnTo>
                  <a:pt x="303558" y="135890"/>
                </a:lnTo>
                <a:lnTo>
                  <a:pt x="308977" y="137160"/>
                </a:lnTo>
                <a:lnTo>
                  <a:pt x="311552" y="138430"/>
                </a:lnTo>
                <a:lnTo>
                  <a:pt x="355117" y="162560"/>
                </a:lnTo>
                <a:lnTo>
                  <a:pt x="296617" y="162560"/>
                </a:lnTo>
                <a:lnTo>
                  <a:pt x="294259" y="163830"/>
                </a:lnTo>
                <a:lnTo>
                  <a:pt x="293470" y="165100"/>
                </a:lnTo>
                <a:lnTo>
                  <a:pt x="293476" y="367030"/>
                </a:lnTo>
                <a:lnTo>
                  <a:pt x="294265" y="368300"/>
                </a:lnTo>
                <a:lnTo>
                  <a:pt x="295879" y="369570"/>
                </a:lnTo>
                <a:lnTo>
                  <a:pt x="297408" y="370840"/>
                </a:lnTo>
                <a:lnTo>
                  <a:pt x="355921" y="370840"/>
                </a:lnTo>
                <a:lnTo>
                  <a:pt x="313628" y="393700"/>
                </a:lnTo>
                <a:lnTo>
                  <a:pt x="308821" y="396240"/>
                </a:lnTo>
                <a:lnTo>
                  <a:pt x="303693" y="397510"/>
                </a:lnTo>
                <a:close/>
              </a:path>
              <a:path w="800734" h="703579">
                <a:moveTo>
                  <a:pt x="355921" y="370840"/>
                </a:moveTo>
                <a:lnTo>
                  <a:pt x="298955" y="370840"/>
                </a:lnTo>
                <a:lnTo>
                  <a:pt x="300521" y="369570"/>
                </a:lnTo>
                <a:lnTo>
                  <a:pt x="481021" y="271780"/>
                </a:lnTo>
                <a:lnTo>
                  <a:pt x="482692" y="271780"/>
                </a:lnTo>
                <a:lnTo>
                  <a:pt x="483542" y="269240"/>
                </a:lnTo>
                <a:lnTo>
                  <a:pt x="483576" y="266700"/>
                </a:lnTo>
                <a:lnTo>
                  <a:pt x="482757" y="264160"/>
                </a:lnTo>
                <a:lnTo>
                  <a:pt x="300612" y="162560"/>
                </a:lnTo>
                <a:lnTo>
                  <a:pt x="355117" y="162560"/>
                </a:lnTo>
                <a:lnTo>
                  <a:pt x="499568" y="242570"/>
                </a:lnTo>
                <a:lnTo>
                  <a:pt x="503572" y="246380"/>
                </a:lnTo>
                <a:lnTo>
                  <a:pt x="509436" y="256540"/>
                </a:lnTo>
                <a:lnTo>
                  <a:pt x="510894" y="262890"/>
                </a:lnTo>
                <a:lnTo>
                  <a:pt x="510822" y="274320"/>
                </a:lnTo>
                <a:lnTo>
                  <a:pt x="509296" y="279400"/>
                </a:lnTo>
                <a:lnTo>
                  <a:pt x="503301" y="289560"/>
                </a:lnTo>
                <a:lnTo>
                  <a:pt x="499244" y="293370"/>
                </a:lnTo>
                <a:lnTo>
                  <a:pt x="355921" y="370840"/>
                </a:lnTo>
                <a:close/>
              </a:path>
              <a:path w="800734" h="703579">
                <a:moveTo>
                  <a:pt x="399629" y="506730"/>
                </a:moveTo>
                <a:lnTo>
                  <a:pt x="373249" y="506730"/>
                </a:lnTo>
                <a:lnTo>
                  <a:pt x="376460" y="497840"/>
                </a:lnTo>
                <a:lnTo>
                  <a:pt x="404880" y="464820"/>
                </a:lnTo>
                <a:lnTo>
                  <a:pt x="445057" y="448310"/>
                </a:lnTo>
                <a:lnTo>
                  <a:pt x="455535" y="444500"/>
                </a:lnTo>
                <a:lnTo>
                  <a:pt x="463506" y="440690"/>
                </a:lnTo>
                <a:lnTo>
                  <a:pt x="471276" y="435610"/>
                </a:lnTo>
                <a:lnTo>
                  <a:pt x="478844" y="431800"/>
                </a:lnTo>
                <a:lnTo>
                  <a:pt x="486210" y="426720"/>
                </a:lnTo>
                <a:lnTo>
                  <a:pt x="488303" y="425450"/>
                </a:lnTo>
                <a:lnTo>
                  <a:pt x="491853" y="422910"/>
                </a:lnTo>
                <a:lnTo>
                  <a:pt x="496222" y="419100"/>
                </a:lnTo>
                <a:lnTo>
                  <a:pt x="513299" y="405130"/>
                </a:lnTo>
                <a:lnTo>
                  <a:pt x="542178" y="381000"/>
                </a:lnTo>
                <a:lnTo>
                  <a:pt x="577593" y="351790"/>
                </a:lnTo>
                <a:lnTo>
                  <a:pt x="614280" y="320040"/>
                </a:lnTo>
                <a:lnTo>
                  <a:pt x="672536" y="271780"/>
                </a:lnTo>
                <a:lnTo>
                  <a:pt x="676085" y="267970"/>
                </a:lnTo>
                <a:lnTo>
                  <a:pt x="677724" y="266700"/>
                </a:lnTo>
                <a:lnTo>
                  <a:pt x="678634" y="266700"/>
                </a:lnTo>
                <a:lnTo>
                  <a:pt x="695259" y="308610"/>
                </a:lnTo>
                <a:lnTo>
                  <a:pt x="668522" y="308610"/>
                </a:lnTo>
                <a:lnTo>
                  <a:pt x="668128" y="309880"/>
                </a:lnTo>
                <a:lnTo>
                  <a:pt x="667711" y="309880"/>
                </a:lnTo>
                <a:lnTo>
                  <a:pt x="645684" y="327660"/>
                </a:lnTo>
                <a:lnTo>
                  <a:pt x="625749" y="344170"/>
                </a:lnTo>
                <a:lnTo>
                  <a:pt x="610912" y="356870"/>
                </a:lnTo>
                <a:lnTo>
                  <a:pt x="502503" y="445770"/>
                </a:lnTo>
                <a:lnTo>
                  <a:pt x="501176" y="447040"/>
                </a:lnTo>
                <a:lnTo>
                  <a:pt x="500296" y="448310"/>
                </a:lnTo>
                <a:lnTo>
                  <a:pt x="499863" y="449580"/>
                </a:lnTo>
                <a:lnTo>
                  <a:pt x="499508" y="452120"/>
                </a:lnTo>
                <a:lnTo>
                  <a:pt x="499902" y="453390"/>
                </a:lnTo>
                <a:lnTo>
                  <a:pt x="501047" y="455930"/>
                </a:lnTo>
                <a:lnTo>
                  <a:pt x="501775" y="457200"/>
                </a:lnTo>
                <a:lnTo>
                  <a:pt x="503504" y="461010"/>
                </a:lnTo>
                <a:lnTo>
                  <a:pt x="476834" y="461010"/>
                </a:lnTo>
                <a:lnTo>
                  <a:pt x="462431" y="467360"/>
                </a:lnTo>
                <a:lnTo>
                  <a:pt x="448310" y="472440"/>
                </a:lnTo>
                <a:lnTo>
                  <a:pt x="411099" y="491490"/>
                </a:lnTo>
                <a:lnTo>
                  <a:pt x="400117" y="505460"/>
                </a:lnTo>
                <a:lnTo>
                  <a:pt x="399629" y="506730"/>
                </a:lnTo>
                <a:close/>
              </a:path>
              <a:path w="800734" h="703579">
                <a:moveTo>
                  <a:pt x="792090" y="552450"/>
                </a:moveTo>
                <a:lnTo>
                  <a:pt x="541006" y="552450"/>
                </a:lnTo>
                <a:lnTo>
                  <a:pt x="706487" y="547370"/>
                </a:lnTo>
                <a:lnTo>
                  <a:pt x="725944" y="547370"/>
                </a:lnTo>
                <a:lnTo>
                  <a:pt x="754138" y="546100"/>
                </a:lnTo>
                <a:lnTo>
                  <a:pt x="762831" y="546100"/>
                </a:lnTo>
                <a:lnTo>
                  <a:pt x="734921" y="474980"/>
                </a:lnTo>
                <a:lnTo>
                  <a:pt x="706943" y="405130"/>
                </a:lnTo>
                <a:lnTo>
                  <a:pt x="704252" y="397510"/>
                </a:lnTo>
                <a:lnTo>
                  <a:pt x="698802" y="384810"/>
                </a:lnTo>
                <a:lnTo>
                  <a:pt x="696111" y="377190"/>
                </a:lnTo>
                <a:lnTo>
                  <a:pt x="690459" y="363220"/>
                </a:lnTo>
                <a:lnTo>
                  <a:pt x="671989" y="316230"/>
                </a:lnTo>
                <a:lnTo>
                  <a:pt x="668895" y="308610"/>
                </a:lnTo>
                <a:lnTo>
                  <a:pt x="695259" y="308610"/>
                </a:lnTo>
                <a:lnTo>
                  <a:pt x="707853" y="340360"/>
                </a:lnTo>
                <a:lnTo>
                  <a:pt x="735159" y="340360"/>
                </a:lnTo>
                <a:lnTo>
                  <a:pt x="735160" y="408940"/>
                </a:lnTo>
                <a:lnTo>
                  <a:pt x="792090" y="552450"/>
                </a:lnTo>
                <a:close/>
              </a:path>
              <a:path w="800734" h="703579">
                <a:moveTo>
                  <a:pt x="523751" y="582930"/>
                </a:moveTo>
                <a:lnTo>
                  <a:pt x="444348" y="582930"/>
                </a:lnTo>
                <a:lnTo>
                  <a:pt x="450801" y="581660"/>
                </a:lnTo>
                <a:lnTo>
                  <a:pt x="516339" y="561340"/>
                </a:lnTo>
                <a:lnTo>
                  <a:pt x="478200" y="464820"/>
                </a:lnTo>
                <a:lnTo>
                  <a:pt x="476834" y="461010"/>
                </a:lnTo>
                <a:lnTo>
                  <a:pt x="503504" y="461010"/>
                </a:lnTo>
                <a:lnTo>
                  <a:pt x="506144" y="467360"/>
                </a:lnTo>
                <a:lnTo>
                  <a:pt x="508510" y="473710"/>
                </a:lnTo>
                <a:lnTo>
                  <a:pt x="511696" y="481330"/>
                </a:lnTo>
                <a:lnTo>
                  <a:pt x="515428" y="491490"/>
                </a:lnTo>
                <a:lnTo>
                  <a:pt x="520080" y="502920"/>
                </a:lnTo>
                <a:lnTo>
                  <a:pt x="525270" y="516890"/>
                </a:lnTo>
                <a:lnTo>
                  <a:pt x="530955" y="530860"/>
                </a:lnTo>
                <a:lnTo>
                  <a:pt x="537092" y="547370"/>
                </a:lnTo>
                <a:lnTo>
                  <a:pt x="537456" y="547370"/>
                </a:lnTo>
                <a:lnTo>
                  <a:pt x="537820" y="548640"/>
                </a:lnTo>
                <a:lnTo>
                  <a:pt x="540005" y="551180"/>
                </a:lnTo>
                <a:lnTo>
                  <a:pt x="541006" y="552450"/>
                </a:lnTo>
                <a:lnTo>
                  <a:pt x="792090" y="552450"/>
                </a:lnTo>
                <a:lnTo>
                  <a:pt x="800151" y="572770"/>
                </a:lnTo>
                <a:lnTo>
                  <a:pt x="771752" y="572770"/>
                </a:lnTo>
                <a:lnTo>
                  <a:pt x="764652" y="574040"/>
                </a:lnTo>
                <a:lnTo>
                  <a:pt x="743352" y="574040"/>
                </a:lnTo>
                <a:lnTo>
                  <a:pt x="727104" y="575310"/>
                </a:lnTo>
                <a:lnTo>
                  <a:pt x="710857" y="575310"/>
                </a:lnTo>
                <a:lnTo>
                  <a:pt x="534179" y="581660"/>
                </a:lnTo>
                <a:lnTo>
                  <a:pt x="523256" y="581660"/>
                </a:lnTo>
                <a:lnTo>
                  <a:pt x="523751" y="582930"/>
                </a:lnTo>
                <a:close/>
              </a:path>
              <a:path w="800734" h="703579">
                <a:moveTo>
                  <a:pt x="557962" y="675640"/>
                </a:moveTo>
                <a:lnTo>
                  <a:pt x="505234" y="675640"/>
                </a:lnTo>
                <a:lnTo>
                  <a:pt x="529719" y="665480"/>
                </a:lnTo>
                <a:lnTo>
                  <a:pt x="501320" y="594360"/>
                </a:lnTo>
                <a:lnTo>
                  <a:pt x="501046" y="593090"/>
                </a:lnTo>
                <a:lnTo>
                  <a:pt x="500682" y="593090"/>
                </a:lnTo>
                <a:lnTo>
                  <a:pt x="500409" y="591820"/>
                </a:lnTo>
                <a:lnTo>
                  <a:pt x="527217" y="591820"/>
                </a:lnTo>
                <a:lnTo>
                  <a:pt x="548012" y="645160"/>
                </a:lnTo>
                <a:lnTo>
                  <a:pt x="556025" y="665480"/>
                </a:lnTo>
                <a:lnTo>
                  <a:pt x="557215" y="666750"/>
                </a:lnTo>
                <a:lnTo>
                  <a:pt x="557906" y="669290"/>
                </a:lnTo>
                <a:lnTo>
                  <a:pt x="558291" y="673100"/>
                </a:lnTo>
                <a:lnTo>
                  <a:pt x="557962" y="675640"/>
                </a:lnTo>
                <a:close/>
              </a:path>
            </a:pathLst>
          </a:custGeom>
          <a:solidFill>
            <a:srgbClr val="000000"/>
          </a:solidFill>
        </p:spPr>
        <p:txBody>
          <a:bodyPr wrap="square" lIns="0" tIns="0" rIns="0" bIns="0" rtlCol="0"/>
          <a:lstStyle/>
          <a:p>
            <a:endParaRPr/>
          </a:p>
        </p:txBody>
      </p:sp>
      <p:sp>
        <p:nvSpPr>
          <p:cNvPr id="29" name="bg object 29"/>
          <p:cNvSpPr/>
          <p:nvPr/>
        </p:nvSpPr>
        <p:spPr>
          <a:xfrm>
            <a:off x="12418359" y="4486007"/>
            <a:ext cx="694690" cy="675640"/>
          </a:xfrm>
          <a:custGeom>
            <a:avLst/>
            <a:gdLst/>
            <a:ahLst/>
            <a:cxnLst/>
            <a:rect l="l" t="t" r="r" b="b"/>
            <a:pathLst>
              <a:path w="694690" h="675639">
                <a:moveTo>
                  <a:pt x="537604" y="675640"/>
                </a:moveTo>
                <a:lnTo>
                  <a:pt x="8088" y="675640"/>
                </a:lnTo>
                <a:lnTo>
                  <a:pt x="5457" y="674370"/>
                </a:lnTo>
                <a:lnTo>
                  <a:pt x="1098" y="670560"/>
                </a:lnTo>
                <a:lnTo>
                  <a:pt x="7" y="668020"/>
                </a:lnTo>
                <a:lnTo>
                  <a:pt x="0" y="7620"/>
                </a:lnTo>
                <a:lnTo>
                  <a:pt x="1087" y="5080"/>
                </a:lnTo>
                <a:lnTo>
                  <a:pt x="5449" y="0"/>
                </a:lnTo>
                <a:lnTo>
                  <a:pt x="380501" y="0"/>
                </a:lnTo>
                <a:lnTo>
                  <a:pt x="383362" y="1270"/>
                </a:lnTo>
                <a:lnTo>
                  <a:pt x="385583" y="3810"/>
                </a:lnTo>
                <a:lnTo>
                  <a:pt x="402462" y="21590"/>
                </a:lnTo>
                <a:lnTo>
                  <a:pt x="22345" y="21590"/>
                </a:lnTo>
                <a:lnTo>
                  <a:pt x="22345" y="652780"/>
                </a:lnTo>
                <a:lnTo>
                  <a:pt x="545687" y="652780"/>
                </a:lnTo>
                <a:lnTo>
                  <a:pt x="545687" y="668020"/>
                </a:lnTo>
                <a:lnTo>
                  <a:pt x="544597" y="670560"/>
                </a:lnTo>
                <a:lnTo>
                  <a:pt x="540236" y="674370"/>
                </a:lnTo>
                <a:lnTo>
                  <a:pt x="537604" y="675640"/>
                </a:lnTo>
                <a:close/>
              </a:path>
              <a:path w="694690" h="675639">
                <a:moveTo>
                  <a:pt x="474196" y="532130"/>
                </a:moveTo>
                <a:lnTo>
                  <a:pt x="465349" y="527050"/>
                </a:lnTo>
                <a:lnTo>
                  <a:pt x="463295" y="523240"/>
                </a:lnTo>
                <a:lnTo>
                  <a:pt x="463611" y="519430"/>
                </a:lnTo>
                <a:lnTo>
                  <a:pt x="467787" y="444500"/>
                </a:lnTo>
                <a:lnTo>
                  <a:pt x="523372" y="335280"/>
                </a:lnTo>
                <a:lnTo>
                  <a:pt x="523372" y="187960"/>
                </a:lnTo>
                <a:lnTo>
                  <a:pt x="373922" y="187960"/>
                </a:lnTo>
                <a:lnTo>
                  <a:pt x="371288" y="186690"/>
                </a:lnTo>
                <a:lnTo>
                  <a:pt x="366924" y="182880"/>
                </a:lnTo>
                <a:lnTo>
                  <a:pt x="365833" y="180340"/>
                </a:lnTo>
                <a:lnTo>
                  <a:pt x="365833" y="21590"/>
                </a:lnTo>
                <a:lnTo>
                  <a:pt x="402462" y="21590"/>
                </a:lnTo>
                <a:lnTo>
                  <a:pt x="418135" y="38100"/>
                </a:lnTo>
                <a:lnTo>
                  <a:pt x="388123" y="38100"/>
                </a:lnTo>
                <a:lnTo>
                  <a:pt x="388123" y="165100"/>
                </a:lnTo>
                <a:lnTo>
                  <a:pt x="538698" y="165100"/>
                </a:lnTo>
                <a:lnTo>
                  <a:pt x="543520" y="170180"/>
                </a:lnTo>
                <a:lnTo>
                  <a:pt x="544299" y="171450"/>
                </a:lnTo>
                <a:lnTo>
                  <a:pt x="544944" y="172720"/>
                </a:lnTo>
                <a:lnTo>
                  <a:pt x="545091" y="173990"/>
                </a:lnTo>
                <a:lnTo>
                  <a:pt x="545374" y="175260"/>
                </a:lnTo>
                <a:lnTo>
                  <a:pt x="545541" y="175260"/>
                </a:lnTo>
                <a:lnTo>
                  <a:pt x="545593" y="292100"/>
                </a:lnTo>
                <a:lnTo>
                  <a:pt x="571073" y="292100"/>
                </a:lnTo>
                <a:lnTo>
                  <a:pt x="544826" y="342900"/>
                </a:lnTo>
                <a:lnTo>
                  <a:pt x="493743" y="440690"/>
                </a:lnTo>
                <a:lnTo>
                  <a:pt x="527847" y="458470"/>
                </a:lnTo>
                <a:lnTo>
                  <a:pt x="552791" y="458470"/>
                </a:lnTo>
                <a:lnTo>
                  <a:pt x="550152" y="463550"/>
                </a:lnTo>
                <a:lnTo>
                  <a:pt x="488892" y="463550"/>
                </a:lnTo>
                <a:lnTo>
                  <a:pt x="487179" y="495300"/>
                </a:lnTo>
                <a:lnTo>
                  <a:pt x="523372" y="495300"/>
                </a:lnTo>
                <a:lnTo>
                  <a:pt x="481971" y="528320"/>
                </a:lnTo>
                <a:lnTo>
                  <a:pt x="478262" y="530860"/>
                </a:lnTo>
                <a:lnTo>
                  <a:pt x="474196" y="532130"/>
                </a:lnTo>
                <a:close/>
              </a:path>
              <a:path w="694690" h="675639">
                <a:moveTo>
                  <a:pt x="538698" y="165100"/>
                </a:moveTo>
                <a:lnTo>
                  <a:pt x="508412" y="165100"/>
                </a:lnTo>
                <a:lnTo>
                  <a:pt x="388123" y="38100"/>
                </a:lnTo>
                <a:lnTo>
                  <a:pt x="418135" y="38100"/>
                </a:lnTo>
                <a:lnTo>
                  <a:pt x="538698" y="165100"/>
                </a:lnTo>
                <a:close/>
              </a:path>
              <a:path w="694690" h="675639">
                <a:moveTo>
                  <a:pt x="273820" y="115570"/>
                </a:moveTo>
                <a:lnTo>
                  <a:pt x="270493" y="115570"/>
                </a:lnTo>
                <a:lnTo>
                  <a:pt x="124453" y="113030"/>
                </a:lnTo>
                <a:lnTo>
                  <a:pt x="121127" y="113030"/>
                </a:lnTo>
                <a:lnTo>
                  <a:pt x="111667" y="102870"/>
                </a:lnTo>
                <a:lnTo>
                  <a:pt x="111667" y="99060"/>
                </a:lnTo>
                <a:lnTo>
                  <a:pt x="121127" y="87630"/>
                </a:lnTo>
                <a:lnTo>
                  <a:pt x="124453" y="87630"/>
                </a:lnTo>
                <a:lnTo>
                  <a:pt x="270493" y="90170"/>
                </a:lnTo>
                <a:lnTo>
                  <a:pt x="273820" y="90170"/>
                </a:lnTo>
                <a:lnTo>
                  <a:pt x="276952" y="91440"/>
                </a:lnTo>
                <a:lnTo>
                  <a:pt x="278335" y="92710"/>
                </a:lnTo>
                <a:lnTo>
                  <a:pt x="280733" y="93980"/>
                </a:lnTo>
                <a:lnTo>
                  <a:pt x="281657" y="96520"/>
                </a:lnTo>
                <a:lnTo>
                  <a:pt x="282955" y="99060"/>
                </a:lnTo>
                <a:lnTo>
                  <a:pt x="283279" y="100330"/>
                </a:lnTo>
                <a:lnTo>
                  <a:pt x="283279" y="104140"/>
                </a:lnTo>
                <a:lnTo>
                  <a:pt x="282955" y="105410"/>
                </a:lnTo>
                <a:lnTo>
                  <a:pt x="281657" y="109220"/>
                </a:lnTo>
                <a:lnTo>
                  <a:pt x="280733" y="110490"/>
                </a:lnTo>
                <a:lnTo>
                  <a:pt x="278335" y="113030"/>
                </a:lnTo>
                <a:lnTo>
                  <a:pt x="276952" y="114300"/>
                </a:lnTo>
                <a:lnTo>
                  <a:pt x="273820" y="115570"/>
                </a:lnTo>
                <a:close/>
              </a:path>
              <a:path w="694690" h="675639">
                <a:moveTo>
                  <a:pt x="571073" y="292100"/>
                </a:moveTo>
                <a:lnTo>
                  <a:pt x="545593" y="292100"/>
                </a:lnTo>
                <a:lnTo>
                  <a:pt x="620569" y="147320"/>
                </a:lnTo>
                <a:lnTo>
                  <a:pt x="622741" y="146050"/>
                </a:lnTo>
                <a:lnTo>
                  <a:pt x="628598" y="143510"/>
                </a:lnTo>
                <a:lnTo>
                  <a:pt x="631422" y="144780"/>
                </a:lnTo>
                <a:lnTo>
                  <a:pt x="682997" y="171450"/>
                </a:lnTo>
                <a:lnTo>
                  <a:pt x="633722" y="171450"/>
                </a:lnTo>
                <a:lnTo>
                  <a:pt x="624039" y="189230"/>
                </a:lnTo>
                <a:lnTo>
                  <a:pt x="658134" y="207010"/>
                </a:lnTo>
                <a:lnTo>
                  <a:pt x="683412" y="207010"/>
                </a:lnTo>
                <a:lnTo>
                  <a:pt x="682092" y="209550"/>
                </a:lnTo>
                <a:lnTo>
                  <a:pt x="613725" y="209550"/>
                </a:lnTo>
                <a:lnTo>
                  <a:pt x="571073" y="292100"/>
                </a:lnTo>
                <a:close/>
              </a:path>
              <a:path w="694690" h="675639">
                <a:moveTo>
                  <a:pt x="273820" y="189230"/>
                </a:moveTo>
                <a:lnTo>
                  <a:pt x="270493" y="189230"/>
                </a:lnTo>
                <a:lnTo>
                  <a:pt x="124453" y="187960"/>
                </a:lnTo>
                <a:lnTo>
                  <a:pt x="121127" y="187960"/>
                </a:lnTo>
                <a:lnTo>
                  <a:pt x="111667" y="176530"/>
                </a:lnTo>
                <a:lnTo>
                  <a:pt x="111667" y="172720"/>
                </a:lnTo>
                <a:lnTo>
                  <a:pt x="111992" y="171450"/>
                </a:lnTo>
                <a:lnTo>
                  <a:pt x="113289" y="168910"/>
                </a:lnTo>
                <a:lnTo>
                  <a:pt x="114213" y="166370"/>
                </a:lnTo>
                <a:lnTo>
                  <a:pt x="116611" y="165100"/>
                </a:lnTo>
                <a:lnTo>
                  <a:pt x="117994" y="163830"/>
                </a:lnTo>
                <a:lnTo>
                  <a:pt x="121127" y="162560"/>
                </a:lnTo>
                <a:lnTo>
                  <a:pt x="122758" y="161290"/>
                </a:lnTo>
                <a:lnTo>
                  <a:pt x="124453" y="161290"/>
                </a:lnTo>
                <a:lnTo>
                  <a:pt x="270493" y="163830"/>
                </a:lnTo>
                <a:lnTo>
                  <a:pt x="273820" y="163830"/>
                </a:lnTo>
                <a:lnTo>
                  <a:pt x="283279" y="175260"/>
                </a:lnTo>
                <a:lnTo>
                  <a:pt x="283279" y="177800"/>
                </a:lnTo>
                <a:lnTo>
                  <a:pt x="276952" y="187960"/>
                </a:lnTo>
                <a:lnTo>
                  <a:pt x="273820" y="189230"/>
                </a:lnTo>
                <a:close/>
              </a:path>
              <a:path w="694690" h="675639">
                <a:moveTo>
                  <a:pt x="683412" y="207010"/>
                </a:moveTo>
                <a:lnTo>
                  <a:pt x="658134" y="207010"/>
                </a:lnTo>
                <a:lnTo>
                  <a:pt x="667818" y="189230"/>
                </a:lnTo>
                <a:lnTo>
                  <a:pt x="633722" y="171450"/>
                </a:lnTo>
                <a:lnTo>
                  <a:pt x="682997" y="171450"/>
                </a:lnTo>
                <a:lnTo>
                  <a:pt x="687908" y="173990"/>
                </a:lnTo>
                <a:lnTo>
                  <a:pt x="690701" y="175260"/>
                </a:lnTo>
                <a:lnTo>
                  <a:pt x="692530" y="177800"/>
                </a:lnTo>
                <a:lnTo>
                  <a:pt x="694366" y="184150"/>
                </a:lnTo>
                <a:lnTo>
                  <a:pt x="694099" y="186690"/>
                </a:lnTo>
                <a:lnTo>
                  <a:pt x="692648" y="189230"/>
                </a:lnTo>
                <a:lnTo>
                  <a:pt x="683412" y="207010"/>
                </a:lnTo>
                <a:close/>
              </a:path>
              <a:path w="694690" h="675639">
                <a:moveTo>
                  <a:pt x="552791" y="458470"/>
                </a:moveTo>
                <a:lnTo>
                  <a:pt x="527847" y="458470"/>
                </a:lnTo>
                <a:lnTo>
                  <a:pt x="647821" y="227330"/>
                </a:lnTo>
                <a:lnTo>
                  <a:pt x="613725" y="209550"/>
                </a:lnTo>
                <a:lnTo>
                  <a:pt x="682092" y="209550"/>
                </a:lnTo>
                <a:lnTo>
                  <a:pt x="552791" y="458470"/>
                </a:lnTo>
                <a:close/>
              </a:path>
              <a:path w="694690" h="675639">
                <a:moveTo>
                  <a:pt x="411532" y="299720"/>
                </a:moveTo>
                <a:lnTo>
                  <a:pt x="408205" y="299720"/>
                </a:lnTo>
                <a:lnTo>
                  <a:pt x="122758" y="297180"/>
                </a:lnTo>
                <a:lnTo>
                  <a:pt x="121127" y="297180"/>
                </a:lnTo>
                <a:lnTo>
                  <a:pt x="111667" y="287020"/>
                </a:lnTo>
                <a:lnTo>
                  <a:pt x="111667" y="283210"/>
                </a:lnTo>
                <a:lnTo>
                  <a:pt x="121127" y="271780"/>
                </a:lnTo>
                <a:lnTo>
                  <a:pt x="124453" y="271780"/>
                </a:lnTo>
                <a:lnTo>
                  <a:pt x="411523" y="274320"/>
                </a:lnTo>
                <a:lnTo>
                  <a:pt x="414657" y="275590"/>
                </a:lnTo>
                <a:lnTo>
                  <a:pt x="416040" y="276860"/>
                </a:lnTo>
                <a:lnTo>
                  <a:pt x="418438" y="278130"/>
                </a:lnTo>
                <a:lnTo>
                  <a:pt x="419363" y="280670"/>
                </a:lnTo>
                <a:lnTo>
                  <a:pt x="420661" y="283210"/>
                </a:lnTo>
                <a:lnTo>
                  <a:pt x="420986" y="284480"/>
                </a:lnTo>
                <a:lnTo>
                  <a:pt x="414664" y="298450"/>
                </a:lnTo>
                <a:lnTo>
                  <a:pt x="411532" y="299720"/>
                </a:lnTo>
                <a:close/>
              </a:path>
              <a:path w="694690" h="675639">
                <a:moveTo>
                  <a:pt x="523372" y="274320"/>
                </a:moveTo>
                <a:lnTo>
                  <a:pt x="411523" y="274320"/>
                </a:lnTo>
                <a:lnTo>
                  <a:pt x="409892" y="273050"/>
                </a:lnTo>
                <a:lnTo>
                  <a:pt x="523372" y="273050"/>
                </a:lnTo>
                <a:lnTo>
                  <a:pt x="523372" y="274320"/>
                </a:lnTo>
                <a:close/>
              </a:path>
              <a:path w="694690" h="675639">
                <a:moveTo>
                  <a:pt x="554801" y="274320"/>
                </a:moveTo>
                <a:lnTo>
                  <a:pt x="545585" y="274320"/>
                </a:lnTo>
                <a:lnTo>
                  <a:pt x="545585" y="273050"/>
                </a:lnTo>
                <a:lnTo>
                  <a:pt x="555459" y="273050"/>
                </a:lnTo>
                <a:lnTo>
                  <a:pt x="554801" y="274320"/>
                </a:lnTo>
                <a:close/>
              </a:path>
              <a:path w="694690" h="675639">
                <a:moveTo>
                  <a:pt x="623430" y="274320"/>
                </a:moveTo>
                <a:lnTo>
                  <a:pt x="580260" y="274320"/>
                </a:lnTo>
                <a:lnTo>
                  <a:pt x="580916" y="273050"/>
                </a:lnTo>
                <a:lnTo>
                  <a:pt x="624089" y="273050"/>
                </a:lnTo>
                <a:lnTo>
                  <a:pt x="623430" y="274320"/>
                </a:lnTo>
                <a:close/>
              </a:path>
              <a:path w="694690" h="675639">
                <a:moveTo>
                  <a:pt x="416046" y="389890"/>
                </a:moveTo>
                <a:lnTo>
                  <a:pt x="121127" y="389890"/>
                </a:lnTo>
                <a:lnTo>
                  <a:pt x="117994" y="388620"/>
                </a:lnTo>
                <a:lnTo>
                  <a:pt x="111667" y="378460"/>
                </a:lnTo>
                <a:lnTo>
                  <a:pt x="111667" y="375920"/>
                </a:lnTo>
                <a:lnTo>
                  <a:pt x="121127" y="364490"/>
                </a:lnTo>
                <a:lnTo>
                  <a:pt x="124453" y="364490"/>
                </a:lnTo>
                <a:lnTo>
                  <a:pt x="409892" y="365760"/>
                </a:lnTo>
                <a:lnTo>
                  <a:pt x="411523" y="367030"/>
                </a:lnTo>
                <a:lnTo>
                  <a:pt x="414657" y="368300"/>
                </a:lnTo>
                <a:lnTo>
                  <a:pt x="416040" y="368300"/>
                </a:lnTo>
                <a:lnTo>
                  <a:pt x="418438" y="370840"/>
                </a:lnTo>
                <a:lnTo>
                  <a:pt x="419363" y="372110"/>
                </a:lnTo>
                <a:lnTo>
                  <a:pt x="420661" y="375920"/>
                </a:lnTo>
                <a:lnTo>
                  <a:pt x="420986" y="377190"/>
                </a:lnTo>
                <a:lnTo>
                  <a:pt x="420987" y="381000"/>
                </a:lnTo>
                <a:lnTo>
                  <a:pt x="420663" y="382270"/>
                </a:lnTo>
                <a:lnTo>
                  <a:pt x="419367" y="386080"/>
                </a:lnTo>
                <a:lnTo>
                  <a:pt x="418443" y="387350"/>
                </a:lnTo>
                <a:lnTo>
                  <a:pt x="416046" y="389890"/>
                </a:lnTo>
                <a:close/>
              </a:path>
              <a:path w="694690" h="675639">
                <a:moveTo>
                  <a:pt x="409901" y="392430"/>
                </a:moveTo>
                <a:lnTo>
                  <a:pt x="408205" y="392430"/>
                </a:lnTo>
                <a:lnTo>
                  <a:pt x="122758" y="389890"/>
                </a:lnTo>
                <a:lnTo>
                  <a:pt x="414664" y="389890"/>
                </a:lnTo>
                <a:lnTo>
                  <a:pt x="411532" y="391160"/>
                </a:lnTo>
                <a:lnTo>
                  <a:pt x="409901" y="392430"/>
                </a:lnTo>
                <a:close/>
              </a:path>
              <a:path w="694690" h="675639">
                <a:moveTo>
                  <a:pt x="416046" y="486410"/>
                </a:moveTo>
                <a:lnTo>
                  <a:pt x="121127" y="486410"/>
                </a:lnTo>
                <a:lnTo>
                  <a:pt x="117994" y="485140"/>
                </a:lnTo>
                <a:lnTo>
                  <a:pt x="111667" y="474980"/>
                </a:lnTo>
                <a:lnTo>
                  <a:pt x="111667" y="472440"/>
                </a:lnTo>
                <a:lnTo>
                  <a:pt x="121127" y="461010"/>
                </a:lnTo>
                <a:lnTo>
                  <a:pt x="124453" y="461010"/>
                </a:lnTo>
                <a:lnTo>
                  <a:pt x="409892" y="462280"/>
                </a:lnTo>
                <a:lnTo>
                  <a:pt x="411523" y="463550"/>
                </a:lnTo>
                <a:lnTo>
                  <a:pt x="414657" y="464820"/>
                </a:lnTo>
                <a:lnTo>
                  <a:pt x="416040" y="464820"/>
                </a:lnTo>
                <a:lnTo>
                  <a:pt x="418438" y="467360"/>
                </a:lnTo>
                <a:lnTo>
                  <a:pt x="419363" y="468630"/>
                </a:lnTo>
                <a:lnTo>
                  <a:pt x="420661" y="472440"/>
                </a:lnTo>
                <a:lnTo>
                  <a:pt x="420986" y="473710"/>
                </a:lnTo>
                <a:lnTo>
                  <a:pt x="420987" y="477520"/>
                </a:lnTo>
                <a:lnTo>
                  <a:pt x="420663" y="478790"/>
                </a:lnTo>
                <a:lnTo>
                  <a:pt x="419367" y="482600"/>
                </a:lnTo>
                <a:lnTo>
                  <a:pt x="418443" y="483870"/>
                </a:lnTo>
                <a:lnTo>
                  <a:pt x="416046" y="486410"/>
                </a:lnTo>
                <a:close/>
              </a:path>
              <a:path w="694690" h="675639">
                <a:moveTo>
                  <a:pt x="545687" y="652780"/>
                </a:moveTo>
                <a:lnTo>
                  <a:pt x="523372" y="652780"/>
                </a:lnTo>
                <a:lnTo>
                  <a:pt x="523372" y="495300"/>
                </a:lnTo>
                <a:lnTo>
                  <a:pt x="487179" y="495300"/>
                </a:lnTo>
                <a:lnTo>
                  <a:pt x="512095" y="476250"/>
                </a:lnTo>
                <a:lnTo>
                  <a:pt x="488892" y="463550"/>
                </a:lnTo>
                <a:lnTo>
                  <a:pt x="550152" y="463550"/>
                </a:lnTo>
                <a:lnTo>
                  <a:pt x="545534" y="472440"/>
                </a:lnTo>
                <a:lnTo>
                  <a:pt x="545534" y="473710"/>
                </a:lnTo>
                <a:lnTo>
                  <a:pt x="545687" y="473710"/>
                </a:lnTo>
                <a:lnTo>
                  <a:pt x="545687" y="652780"/>
                </a:lnTo>
                <a:close/>
              </a:path>
              <a:path w="694690" h="675639">
                <a:moveTo>
                  <a:pt x="409901" y="488950"/>
                </a:moveTo>
                <a:lnTo>
                  <a:pt x="408205" y="488950"/>
                </a:lnTo>
                <a:lnTo>
                  <a:pt x="122758" y="486410"/>
                </a:lnTo>
                <a:lnTo>
                  <a:pt x="414664" y="486410"/>
                </a:lnTo>
                <a:lnTo>
                  <a:pt x="411532" y="487680"/>
                </a:lnTo>
                <a:lnTo>
                  <a:pt x="409901" y="488950"/>
                </a:lnTo>
                <a:close/>
              </a:path>
              <a:path w="694690" h="675639">
                <a:moveTo>
                  <a:pt x="286162" y="579120"/>
                </a:moveTo>
                <a:lnTo>
                  <a:pt x="282836" y="579120"/>
                </a:lnTo>
                <a:lnTo>
                  <a:pt x="124453" y="577850"/>
                </a:lnTo>
                <a:lnTo>
                  <a:pt x="121127" y="577850"/>
                </a:lnTo>
                <a:lnTo>
                  <a:pt x="117994" y="576580"/>
                </a:lnTo>
                <a:lnTo>
                  <a:pt x="116611" y="575310"/>
                </a:lnTo>
                <a:lnTo>
                  <a:pt x="114213" y="574040"/>
                </a:lnTo>
                <a:lnTo>
                  <a:pt x="113289" y="571500"/>
                </a:lnTo>
                <a:lnTo>
                  <a:pt x="111992" y="568960"/>
                </a:lnTo>
                <a:lnTo>
                  <a:pt x="111667" y="567690"/>
                </a:lnTo>
                <a:lnTo>
                  <a:pt x="111667" y="563880"/>
                </a:lnTo>
                <a:lnTo>
                  <a:pt x="111992" y="562610"/>
                </a:lnTo>
                <a:lnTo>
                  <a:pt x="121127" y="552450"/>
                </a:lnTo>
                <a:lnTo>
                  <a:pt x="286171" y="553720"/>
                </a:lnTo>
                <a:lnTo>
                  <a:pt x="289303" y="554990"/>
                </a:lnTo>
                <a:lnTo>
                  <a:pt x="290685" y="556260"/>
                </a:lnTo>
                <a:lnTo>
                  <a:pt x="293082" y="557530"/>
                </a:lnTo>
                <a:lnTo>
                  <a:pt x="294006" y="560070"/>
                </a:lnTo>
                <a:lnTo>
                  <a:pt x="295302" y="562610"/>
                </a:lnTo>
                <a:lnTo>
                  <a:pt x="295626" y="563880"/>
                </a:lnTo>
                <a:lnTo>
                  <a:pt x="289296" y="577850"/>
                </a:lnTo>
                <a:lnTo>
                  <a:pt x="286162" y="579120"/>
                </a:lnTo>
                <a:close/>
              </a:path>
            </a:pathLst>
          </a:custGeom>
          <a:solidFill>
            <a:srgbClr val="000000"/>
          </a:solidFill>
        </p:spPr>
        <p:txBody>
          <a:bodyPr wrap="square" lIns="0" tIns="0" rIns="0" bIns="0" rtlCol="0"/>
          <a:lstStyle/>
          <a:p>
            <a:endParaRPr/>
          </a:p>
        </p:txBody>
      </p:sp>
      <p:pic>
        <p:nvPicPr>
          <p:cNvPr id="30" name="bg object 30"/>
          <p:cNvPicPr/>
          <p:nvPr/>
        </p:nvPicPr>
        <p:blipFill>
          <a:blip r:embed="rId7" cstate="print"/>
          <a:stretch>
            <a:fillRect/>
          </a:stretch>
        </p:blipFill>
        <p:spPr>
          <a:xfrm>
            <a:off x="8150241" y="5738892"/>
            <a:ext cx="768747" cy="858520"/>
          </a:xfrm>
          <a:prstGeom prst="rect">
            <a:avLst/>
          </a:prstGeom>
        </p:spPr>
      </p:pic>
      <p:pic>
        <p:nvPicPr>
          <p:cNvPr id="31" name="bg object 31"/>
          <p:cNvPicPr/>
          <p:nvPr/>
        </p:nvPicPr>
        <p:blipFill>
          <a:blip r:embed="rId8" cstate="print"/>
          <a:stretch>
            <a:fillRect/>
          </a:stretch>
        </p:blipFill>
        <p:spPr>
          <a:xfrm>
            <a:off x="9686300" y="6927760"/>
            <a:ext cx="833354" cy="866139"/>
          </a:xfrm>
          <a:prstGeom prst="rect">
            <a:avLst/>
          </a:prstGeom>
        </p:spPr>
      </p:pic>
      <p:sp>
        <p:nvSpPr>
          <p:cNvPr id="32" name="bg object 32"/>
          <p:cNvSpPr/>
          <p:nvPr/>
        </p:nvSpPr>
        <p:spPr>
          <a:xfrm>
            <a:off x="9741280" y="5628671"/>
            <a:ext cx="713740" cy="836930"/>
          </a:xfrm>
          <a:custGeom>
            <a:avLst/>
            <a:gdLst/>
            <a:ahLst/>
            <a:cxnLst/>
            <a:rect l="l" t="t" r="r" b="b"/>
            <a:pathLst>
              <a:path w="713740" h="836929">
                <a:moveTo>
                  <a:pt x="361658" y="836930"/>
                </a:moveTo>
                <a:lnTo>
                  <a:pt x="352827" y="836930"/>
                </a:lnTo>
                <a:lnTo>
                  <a:pt x="348739" y="835660"/>
                </a:lnTo>
                <a:lnTo>
                  <a:pt x="344890" y="834390"/>
                </a:lnTo>
                <a:lnTo>
                  <a:pt x="299994" y="812800"/>
                </a:lnTo>
                <a:lnTo>
                  <a:pt x="255180" y="789940"/>
                </a:lnTo>
                <a:lnTo>
                  <a:pt x="78143" y="703580"/>
                </a:lnTo>
                <a:lnTo>
                  <a:pt x="73361" y="702310"/>
                </a:lnTo>
                <a:lnTo>
                  <a:pt x="69616" y="699770"/>
                </a:lnTo>
                <a:lnTo>
                  <a:pt x="64197" y="690880"/>
                </a:lnTo>
                <a:lnTo>
                  <a:pt x="63063" y="685800"/>
                </a:lnTo>
                <a:lnTo>
                  <a:pt x="63504" y="680720"/>
                </a:lnTo>
                <a:lnTo>
                  <a:pt x="63607" y="656590"/>
                </a:lnTo>
                <a:lnTo>
                  <a:pt x="63719" y="532130"/>
                </a:lnTo>
                <a:lnTo>
                  <a:pt x="62656" y="530860"/>
                </a:lnTo>
                <a:lnTo>
                  <a:pt x="58499" y="528320"/>
                </a:lnTo>
                <a:lnTo>
                  <a:pt x="47587" y="523240"/>
                </a:lnTo>
                <a:lnTo>
                  <a:pt x="36742" y="516890"/>
                </a:lnTo>
                <a:lnTo>
                  <a:pt x="26011" y="511810"/>
                </a:lnTo>
                <a:lnTo>
                  <a:pt x="10599" y="502920"/>
                </a:lnTo>
                <a:lnTo>
                  <a:pt x="8301" y="502920"/>
                </a:lnTo>
                <a:lnTo>
                  <a:pt x="0" y="488950"/>
                </a:lnTo>
                <a:lnTo>
                  <a:pt x="760" y="483870"/>
                </a:lnTo>
                <a:lnTo>
                  <a:pt x="1661" y="481330"/>
                </a:lnTo>
                <a:lnTo>
                  <a:pt x="3081" y="480060"/>
                </a:lnTo>
                <a:lnTo>
                  <a:pt x="17446" y="452120"/>
                </a:lnTo>
                <a:lnTo>
                  <a:pt x="31354" y="425450"/>
                </a:lnTo>
                <a:lnTo>
                  <a:pt x="45053" y="398780"/>
                </a:lnTo>
                <a:lnTo>
                  <a:pt x="58789" y="373380"/>
                </a:lnTo>
                <a:lnTo>
                  <a:pt x="62124" y="368300"/>
                </a:lnTo>
                <a:lnTo>
                  <a:pt x="66681" y="364490"/>
                </a:lnTo>
                <a:lnTo>
                  <a:pt x="72461" y="361950"/>
                </a:lnTo>
                <a:lnTo>
                  <a:pt x="104405" y="349250"/>
                </a:lnTo>
                <a:lnTo>
                  <a:pt x="137512" y="334010"/>
                </a:lnTo>
                <a:lnTo>
                  <a:pt x="170633" y="320040"/>
                </a:lnTo>
                <a:lnTo>
                  <a:pt x="218256" y="300990"/>
                </a:lnTo>
                <a:lnTo>
                  <a:pt x="217405" y="293370"/>
                </a:lnTo>
                <a:lnTo>
                  <a:pt x="230127" y="248920"/>
                </a:lnTo>
                <a:lnTo>
                  <a:pt x="263525" y="220980"/>
                </a:lnTo>
                <a:lnTo>
                  <a:pt x="280794" y="212090"/>
                </a:lnTo>
                <a:lnTo>
                  <a:pt x="316172" y="185420"/>
                </a:lnTo>
                <a:lnTo>
                  <a:pt x="317879" y="182880"/>
                </a:lnTo>
                <a:lnTo>
                  <a:pt x="320876" y="180340"/>
                </a:lnTo>
                <a:lnTo>
                  <a:pt x="324538" y="176530"/>
                </a:lnTo>
                <a:lnTo>
                  <a:pt x="344609" y="153670"/>
                </a:lnTo>
                <a:lnTo>
                  <a:pt x="378827" y="114300"/>
                </a:lnTo>
                <a:lnTo>
                  <a:pt x="418226" y="69850"/>
                </a:lnTo>
                <a:lnTo>
                  <a:pt x="453836" y="29210"/>
                </a:lnTo>
                <a:lnTo>
                  <a:pt x="476691" y="2540"/>
                </a:lnTo>
                <a:lnTo>
                  <a:pt x="477700" y="1270"/>
                </a:lnTo>
                <a:lnTo>
                  <a:pt x="480149" y="0"/>
                </a:lnTo>
                <a:lnTo>
                  <a:pt x="481782" y="2540"/>
                </a:lnTo>
                <a:lnTo>
                  <a:pt x="509393" y="50800"/>
                </a:lnTo>
                <a:lnTo>
                  <a:pt x="475756" y="50800"/>
                </a:lnTo>
                <a:lnTo>
                  <a:pt x="338285" y="205740"/>
                </a:lnTo>
                <a:lnTo>
                  <a:pt x="337563" y="205740"/>
                </a:lnTo>
                <a:lnTo>
                  <a:pt x="337130" y="207010"/>
                </a:lnTo>
                <a:lnTo>
                  <a:pt x="337019" y="209550"/>
                </a:lnTo>
                <a:lnTo>
                  <a:pt x="337502" y="210820"/>
                </a:lnTo>
                <a:lnTo>
                  <a:pt x="338436" y="210820"/>
                </a:lnTo>
                <a:lnTo>
                  <a:pt x="342889" y="218440"/>
                </a:lnTo>
                <a:lnTo>
                  <a:pt x="347145" y="226060"/>
                </a:lnTo>
                <a:lnTo>
                  <a:pt x="312982" y="226060"/>
                </a:lnTo>
                <a:lnTo>
                  <a:pt x="308052" y="228600"/>
                </a:lnTo>
                <a:lnTo>
                  <a:pt x="289754" y="240030"/>
                </a:lnTo>
                <a:lnTo>
                  <a:pt x="281399" y="245110"/>
                </a:lnTo>
                <a:lnTo>
                  <a:pt x="273241" y="250190"/>
                </a:lnTo>
                <a:lnTo>
                  <a:pt x="246654" y="287020"/>
                </a:lnTo>
                <a:lnTo>
                  <a:pt x="246374" y="293370"/>
                </a:lnTo>
                <a:lnTo>
                  <a:pt x="247714" y="303530"/>
                </a:lnTo>
                <a:lnTo>
                  <a:pt x="249295" y="309880"/>
                </a:lnTo>
                <a:lnTo>
                  <a:pt x="251786" y="313690"/>
                </a:lnTo>
                <a:lnTo>
                  <a:pt x="254006" y="318770"/>
                </a:lnTo>
                <a:lnTo>
                  <a:pt x="257009" y="323850"/>
                </a:lnTo>
                <a:lnTo>
                  <a:pt x="263319" y="330200"/>
                </a:lnTo>
                <a:lnTo>
                  <a:pt x="226762" y="330200"/>
                </a:lnTo>
                <a:lnTo>
                  <a:pt x="200997" y="340360"/>
                </a:lnTo>
                <a:lnTo>
                  <a:pt x="147812" y="363220"/>
                </a:lnTo>
                <a:lnTo>
                  <a:pt x="122241" y="374650"/>
                </a:lnTo>
                <a:lnTo>
                  <a:pt x="109901" y="379730"/>
                </a:lnTo>
                <a:lnTo>
                  <a:pt x="145201" y="397510"/>
                </a:lnTo>
                <a:lnTo>
                  <a:pt x="79421" y="397510"/>
                </a:lnTo>
                <a:lnTo>
                  <a:pt x="35623" y="482600"/>
                </a:lnTo>
                <a:lnTo>
                  <a:pt x="88979" y="510540"/>
                </a:lnTo>
                <a:lnTo>
                  <a:pt x="156665" y="547370"/>
                </a:lnTo>
                <a:lnTo>
                  <a:pt x="93662" y="547370"/>
                </a:lnTo>
                <a:lnTo>
                  <a:pt x="93544" y="676910"/>
                </a:lnTo>
                <a:lnTo>
                  <a:pt x="94671" y="678180"/>
                </a:lnTo>
                <a:lnTo>
                  <a:pt x="98602" y="680720"/>
                </a:lnTo>
                <a:lnTo>
                  <a:pt x="340358" y="797560"/>
                </a:lnTo>
                <a:lnTo>
                  <a:pt x="341593" y="798830"/>
                </a:lnTo>
                <a:lnTo>
                  <a:pt x="441501" y="798830"/>
                </a:lnTo>
                <a:lnTo>
                  <a:pt x="414337" y="812800"/>
                </a:lnTo>
                <a:lnTo>
                  <a:pt x="369893" y="834390"/>
                </a:lnTo>
                <a:lnTo>
                  <a:pt x="365904" y="835660"/>
                </a:lnTo>
                <a:lnTo>
                  <a:pt x="361658" y="836930"/>
                </a:lnTo>
                <a:close/>
              </a:path>
              <a:path w="713740" h="836929">
                <a:moveTo>
                  <a:pt x="574429" y="298450"/>
                </a:moveTo>
                <a:lnTo>
                  <a:pt x="389364" y="298450"/>
                </a:lnTo>
                <a:lnTo>
                  <a:pt x="595861" y="261620"/>
                </a:lnTo>
                <a:lnTo>
                  <a:pt x="475756" y="50800"/>
                </a:lnTo>
                <a:lnTo>
                  <a:pt x="509393" y="50800"/>
                </a:lnTo>
                <a:lnTo>
                  <a:pt x="643815" y="285750"/>
                </a:lnTo>
                <a:lnTo>
                  <a:pt x="574429" y="298450"/>
                </a:lnTo>
                <a:close/>
              </a:path>
              <a:path w="713740" h="836929">
                <a:moveTo>
                  <a:pt x="383423" y="341630"/>
                </a:moveTo>
                <a:lnTo>
                  <a:pt x="299961" y="341630"/>
                </a:lnTo>
                <a:lnTo>
                  <a:pt x="305206" y="340360"/>
                </a:lnTo>
                <a:lnTo>
                  <a:pt x="315621" y="335280"/>
                </a:lnTo>
                <a:lnTo>
                  <a:pt x="325868" y="331470"/>
                </a:lnTo>
                <a:lnTo>
                  <a:pt x="335947" y="326390"/>
                </a:lnTo>
                <a:lnTo>
                  <a:pt x="351259" y="317500"/>
                </a:lnTo>
                <a:lnTo>
                  <a:pt x="362235" y="312420"/>
                </a:lnTo>
                <a:lnTo>
                  <a:pt x="312982" y="226060"/>
                </a:lnTo>
                <a:lnTo>
                  <a:pt x="347145" y="226060"/>
                </a:lnTo>
                <a:lnTo>
                  <a:pt x="352110" y="234950"/>
                </a:lnTo>
                <a:lnTo>
                  <a:pt x="366443" y="260350"/>
                </a:lnTo>
                <a:lnTo>
                  <a:pt x="386228" y="295910"/>
                </a:lnTo>
                <a:lnTo>
                  <a:pt x="389364" y="298450"/>
                </a:lnTo>
                <a:lnTo>
                  <a:pt x="574429" y="298450"/>
                </a:lnTo>
                <a:lnTo>
                  <a:pt x="518920" y="308610"/>
                </a:lnTo>
                <a:lnTo>
                  <a:pt x="542143" y="318770"/>
                </a:lnTo>
                <a:lnTo>
                  <a:pt x="463567" y="318770"/>
                </a:lnTo>
                <a:lnTo>
                  <a:pt x="379795" y="335280"/>
                </a:lnTo>
                <a:lnTo>
                  <a:pt x="383423" y="341630"/>
                </a:lnTo>
                <a:close/>
              </a:path>
              <a:path w="713740" h="836929">
                <a:moveTo>
                  <a:pt x="427236" y="502920"/>
                </a:moveTo>
                <a:lnTo>
                  <a:pt x="359788" y="502920"/>
                </a:lnTo>
                <a:lnTo>
                  <a:pt x="388772" y="487680"/>
                </a:lnTo>
                <a:lnTo>
                  <a:pt x="412901" y="476250"/>
                </a:lnTo>
                <a:lnTo>
                  <a:pt x="437038" y="463550"/>
                </a:lnTo>
                <a:lnTo>
                  <a:pt x="604260" y="379730"/>
                </a:lnTo>
                <a:lnTo>
                  <a:pt x="463567" y="318770"/>
                </a:lnTo>
                <a:lnTo>
                  <a:pt x="542143" y="318770"/>
                </a:lnTo>
                <a:lnTo>
                  <a:pt x="545046" y="320040"/>
                </a:lnTo>
                <a:lnTo>
                  <a:pt x="571641" y="332740"/>
                </a:lnTo>
                <a:lnTo>
                  <a:pt x="598049" y="344170"/>
                </a:lnTo>
                <a:lnTo>
                  <a:pt x="623613" y="354330"/>
                </a:lnTo>
                <a:lnTo>
                  <a:pt x="630625" y="356870"/>
                </a:lnTo>
                <a:lnTo>
                  <a:pt x="637239" y="359410"/>
                </a:lnTo>
                <a:lnTo>
                  <a:pt x="643455" y="364490"/>
                </a:lnTo>
                <a:lnTo>
                  <a:pt x="649271" y="368300"/>
                </a:lnTo>
                <a:lnTo>
                  <a:pt x="654566" y="374650"/>
                </a:lnTo>
                <a:lnTo>
                  <a:pt x="659214" y="379730"/>
                </a:lnTo>
                <a:lnTo>
                  <a:pt x="663216" y="386080"/>
                </a:lnTo>
                <a:lnTo>
                  <a:pt x="666573" y="393700"/>
                </a:lnTo>
                <a:lnTo>
                  <a:pt x="668438" y="397510"/>
                </a:lnTo>
                <a:lnTo>
                  <a:pt x="634589" y="397510"/>
                </a:lnTo>
                <a:lnTo>
                  <a:pt x="427236" y="502920"/>
                </a:lnTo>
                <a:close/>
              </a:path>
              <a:path w="713740" h="836929">
                <a:moveTo>
                  <a:pt x="304240" y="370840"/>
                </a:moveTo>
                <a:lnTo>
                  <a:pt x="288833" y="370840"/>
                </a:lnTo>
                <a:lnTo>
                  <a:pt x="273521" y="368300"/>
                </a:lnTo>
                <a:lnTo>
                  <a:pt x="235082" y="342900"/>
                </a:lnTo>
                <a:lnTo>
                  <a:pt x="226762" y="330200"/>
                </a:lnTo>
                <a:lnTo>
                  <a:pt x="263319" y="330200"/>
                </a:lnTo>
                <a:lnTo>
                  <a:pt x="264581" y="331470"/>
                </a:lnTo>
                <a:lnTo>
                  <a:pt x="268920" y="335280"/>
                </a:lnTo>
                <a:lnTo>
                  <a:pt x="278701" y="339090"/>
                </a:lnTo>
                <a:lnTo>
                  <a:pt x="283845" y="340360"/>
                </a:lnTo>
                <a:lnTo>
                  <a:pt x="294640" y="341630"/>
                </a:lnTo>
                <a:lnTo>
                  <a:pt x="383423" y="341630"/>
                </a:lnTo>
                <a:lnTo>
                  <a:pt x="387777" y="349250"/>
                </a:lnTo>
                <a:lnTo>
                  <a:pt x="354170" y="349250"/>
                </a:lnTo>
                <a:lnTo>
                  <a:pt x="347736" y="353060"/>
                </a:lnTo>
                <a:lnTo>
                  <a:pt x="335804" y="359410"/>
                </a:lnTo>
                <a:lnTo>
                  <a:pt x="341220" y="369570"/>
                </a:lnTo>
                <a:lnTo>
                  <a:pt x="305384" y="369570"/>
                </a:lnTo>
                <a:lnTo>
                  <a:pt x="304240" y="370840"/>
                </a:lnTo>
                <a:close/>
              </a:path>
              <a:path w="713740" h="836929">
                <a:moveTo>
                  <a:pt x="423926" y="422910"/>
                </a:moveTo>
                <a:lnTo>
                  <a:pt x="371686" y="422910"/>
                </a:lnTo>
                <a:lnTo>
                  <a:pt x="390041" y="411480"/>
                </a:lnTo>
                <a:lnTo>
                  <a:pt x="354170" y="349250"/>
                </a:lnTo>
                <a:lnTo>
                  <a:pt x="387777" y="349250"/>
                </a:lnTo>
                <a:lnTo>
                  <a:pt x="421155" y="407670"/>
                </a:lnTo>
                <a:lnTo>
                  <a:pt x="422744" y="408940"/>
                </a:lnTo>
                <a:lnTo>
                  <a:pt x="423812" y="411480"/>
                </a:lnTo>
                <a:lnTo>
                  <a:pt x="424901" y="416560"/>
                </a:lnTo>
                <a:lnTo>
                  <a:pt x="424861" y="419100"/>
                </a:lnTo>
                <a:lnTo>
                  <a:pt x="423926" y="422910"/>
                </a:lnTo>
                <a:close/>
              </a:path>
              <a:path w="713740" h="836929">
                <a:moveTo>
                  <a:pt x="369775" y="457200"/>
                </a:moveTo>
                <a:lnTo>
                  <a:pt x="359840" y="457200"/>
                </a:lnTo>
                <a:lnTo>
                  <a:pt x="355501" y="453390"/>
                </a:lnTo>
                <a:lnTo>
                  <a:pt x="322706" y="396240"/>
                </a:lnTo>
                <a:lnTo>
                  <a:pt x="316243" y="384810"/>
                </a:lnTo>
                <a:lnTo>
                  <a:pt x="309824" y="373380"/>
                </a:lnTo>
                <a:lnTo>
                  <a:pt x="309401" y="372110"/>
                </a:lnTo>
                <a:lnTo>
                  <a:pt x="308650" y="370840"/>
                </a:lnTo>
                <a:lnTo>
                  <a:pt x="306494" y="370840"/>
                </a:lnTo>
                <a:lnTo>
                  <a:pt x="305384" y="369570"/>
                </a:lnTo>
                <a:lnTo>
                  <a:pt x="341220" y="369570"/>
                </a:lnTo>
                <a:lnTo>
                  <a:pt x="341897" y="370840"/>
                </a:lnTo>
                <a:lnTo>
                  <a:pt x="371686" y="422910"/>
                </a:lnTo>
                <a:lnTo>
                  <a:pt x="423926" y="422910"/>
                </a:lnTo>
                <a:lnTo>
                  <a:pt x="423614" y="424180"/>
                </a:lnTo>
                <a:lnTo>
                  <a:pt x="422477" y="425450"/>
                </a:lnTo>
                <a:lnTo>
                  <a:pt x="419175" y="429260"/>
                </a:lnTo>
                <a:lnTo>
                  <a:pt x="417197" y="430530"/>
                </a:lnTo>
                <a:lnTo>
                  <a:pt x="414893" y="431800"/>
                </a:lnTo>
                <a:lnTo>
                  <a:pt x="404734" y="438150"/>
                </a:lnTo>
                <a:lnTo>
                  <a:pt x="394900" y="443230"/>
                </a:lnTo>
                <a:lnTo>
                  <a:pt x="385692" y="448310"/>
                </a:lnTo>
                <a:lnTo>
                  <a:pt x="377411" y="453390"/>
                </a:lnTo>
                <a:lnTo>
                  <a:pt x="373767" y="455930"/>
                </a:lnTo>
                <a:lnTo>
                  <a:pt x="369775" y="457200"/>
                </a:lnTo>
                <a:close/>
              </a:path>
              <a:path w="713740" h="836929">
                <a:moveTo>
                  <a:pt x="325023" y="619760"/>
                </a:moveTo>
                <a:lnTo>
                  <a:pt x="291363" y="619760"/>
                </a:lnTo>
                <a:lnTo>
                  <a:pt x="336792" y="528320"/>
                </a:lnTo>
                <a:lnTo>
                  <a:pt x="332647" y="525780"/>
                </a:lnTo>
                <a:lnTo>
                  <a:pt x="318612" y="518160"/>
                </a:lnTo>
                <a:lnTo>
                  <a:pt x="306483" y="513080"/>
                </a:lnTo>
                <a:lnTo>
                  <a:pt x="293417" y="506730"/>
                </a:lnTo>
                <a:lnTo>
                  <a:pt x="261080" y="488950"/>
                </a:lnTo>
                <a:lnTo>
                  <a:pt x="240155" y="478790"/>
                </a:lnTo>
                <a:lnTo>
                  <a:pt x="136519" y="426720"/>
                </a:lnTo>
                <a:lnTo>
                  <a:pt x="122884" y="420370"/>
                </a:lnTo>
                <a:lnTo>
                  <a:pt x="101556" y="408940"/>
                </a:lnTo>
                <a:lnTo>
                  <a:pt x="79421" y="397510"/>
                </a:lnTo>
                <a:lnTo>
                  <a:pt x="145201" y="397510"/>
                </a:lnTo>
                <a:lnTo>
                  <a:pt x="256146" y="453390"/>
                </a:lnTo>
                <a:lnTo>
                  <a:pt x="305053" y="477520"/>
                </a:lnTo>
                <a:lnTo>
                  <a:pt x="336608" y="494030"/>
                </a:lnTo>
                <a:lnTo>
                  <a:pt x="354872" y="502920"/>
                </a:lnTo>
                <a:lnTo>
                  <a:pt x="427236" y="502920"/>
                </a:lnTo>
                <a:lnTo>
                  <a:pt x="377271" y="528320"/>
                </a:lnTo>
                <a:lnTo>
                  <a:pt x="406378" y="586740"/>
                </a:lnTo>
                <a:lnTo>
                  <a:pt x="372879" y="586740"/>
                </a:lnTo>
                <a:lnTo>
                  <a:pt x="372879" y="588010"/>
                </a:lnTo>
                <a:lnTo>
                  <a:pt x="341572" y="588010"/>
                </a:lnTo>
                <a:lnTo>
                  <a:pt x="335070" y="600710"/>
                </a:lnTo>
                <a:lnTo>
                  <a:pt x="328739" y="612140"/>
                </a:lnTo>
                <a:lnTo>
                  <a:pt x="325023" y="619760"/>
                </a:lnTo>
                <a:close/>
              </a:path>
              <a:path w="713740" h="836929">
                <a:moveTo>
                  <a:pt x="486389" y="619760"/>
                </a:moveTo>
                <a:lnTo>
                  <a:pt x="422830" y="619760"/>
                </a:lnTo>
                <a:lnTo>
                  <a:pt x="678515" y="482600"/>
                </a:lnTo>
                <a:lnTo>
                  <a:pt x="634589" y="397510"/>
                </a:lnTo>
                <a:lnTo>
                  <a:pt x="668438" y="397510"/>
                </a:lnTo>
                <a:lnTo>
                  <a:pt x="673413" y="407670"/>
                </a:lnTo>
                <a:lnTo>
                  <a:pt x="680641" y="421640"/>
                </a:lnTo>
                <a:lnTo>
                  <a:pt x="688084" y="435610"/>
                </a:lnTo>
                <a:lnTo>
                  <a:pt x="705200" y="468630"/>
                </a:lnTo>
                <a:lnTo>
                  <a:pt x="708373" y="473710"/>
                </a:lnTo>
                <a:lnTo>
                  <a:pt x="713114" y="485140"/>
                </a:lnTo>
                <a:lnTo>
                  <a:pt x="713231" y="488950"/>
                </a:lnTo>
                <a:lnTo>
                  <a:pt x="713348" y="492760"/>
                </a:lnTo>
                <a:lnTo>
                  <a:pt x="708584" y="499110"/>
                </a:lnTo>
                <a:lnTo>
                  <a:pt x="698331" y="506730"/>
                </a:lnTo>
                <a:lnTo>
                  <a:pt x="680230" y="515620"/>
                </a:lnTo>
                <a:lnTo>
                  <a:pt x="671927" y="520700"/>
                </a:lnTo>
                <a:lnTo>
                  <a:pt x="663599" y="524510"/>
                </a:lnTo>
                <a:lnTo>
                  <a:pt x="655231" y="529590"/>
                </a:lnTo>
                <a:lnTo>
                  <a:pt x="653490" y="529590"/>
                </a:lnTo>
                <a:lnTo>
                  <a:pt x="652150" y="530860"/>
                </a:lnTo>
                <a:lnTo>
                  <a:pt x="650273" y="533400"/>
                </a:lnTo>
                <a:lnTo>
                  <a:pt x="649959" y="535940"/>
                </a:lnTo>
                <a:lnTo>
                  <a:pt x="650270" y="537210"/>
                </a:lnTo>
                <a:lnTo>
                  <a:pt x="650314" y="548640"/>
                </a:lnTo>
                <a:lnTo>
                  <a:pt x="620165" y="548640"/>
                </a:lnTo>
                <a:lnTo>
                  <a:pt x="617523" y="549910"/>
                </a:lnTo>
                <a:lnTo>
                  <a:pt x="486389" y="619760"/>
                </a:lnTo>
                <a:close/>
              </a:path>
              <a:path w="713740" h="836929">
                <a:moveTo>
                  <a:pt x="296472" y="655320"/>
                </a:moveTo>
                <a:lnTo>
                  <a:pt x="290970" y="654050"/>
                </a:lnTo>
                <a:lnTo>
                  <a:pt x="285971" y="651510"/>
                </a:lnTo>
                <a:lnTo>
                  <a:pt x="93662" y="547370"/>
                </a:lnTo>
                <a:lnTo>
                  <a:pt x="156665" y="547370"/>
                </a:lnTo>
                <a:lnTo>
                  <a:pt x="210346" y="576580"/>
                </a:lnTo>
                <a:lnTo>
                  <a:pt x="291363" y="619760"/>
                </a:lnTo>
                <a:lnTo>
                  <a:pt x="325023" y="619760"/>
                </a:lnTo>
                <a:lnTo>
                  <a:pt x="313841" y="642620"/>
                </a:lnTo>
                <a:lnTo>
                  <a:pt x="311771" y="647700"/>
                </a:lnTo>
                <a:lnTo>
                  <a:pt x="307983" y="651510"/>
                </a:lnTo>
                <a:lnTo>
                  <a:pt x="302478" y="654050"/>
                </a:lnTo>
                <a:lnTo>
                  <a:pt x="296472" y="655320"/>
                </a:lnTo>
                <a:close/>
              </a:path>
              <a:path w="713740" h="836929">
                <a:moveTo>
                  <a:pt x="441501" y="798830"/>
                </a:moveTo>
                <a:lnTo>
                  <a:pt x="372975" y="798830"/>
                </a:lnTo>
                <a:lnTo>
                  <a:pt x="616557" y="679450"/>
                </a:lnTo>
                <a:lnTo>
                  <a:pt x="619994" y="678180"/>
                </a:lnTo>
                <a:lnTo>
                  <a:pt x="620509" y="676910"/>
                </a:lnTo>
                <a:lnTo>
                  <a:pt x="620359" y="671830"/>
                </a:lnTo>
                <a:lnTo>
                  <a:pt x="620285" y="624840"/>
                </a:lnTo>
                <a:lnTo>
                  <a:pt x="620165" y="548640"/>
                </a:lnTo>
                <a:lnTo>
                  <a:pt x="650314" y="548640"/>
                </a:lnTo>
                <a:lnTo>
                  <a:pt x="650430" y="588010"/>
                </a:lnTo>
                <a:lnTo>
                  <a:pt x="650506" y="624840"/>
                </a:lnTo>
                <a:lnTo>
                  <a:pt x="650608" y="656590"/>
                </a:lnTo>
                <a:lnTo>
                  <a:pt x="650731" y="680720"/>
                </a:lnTo>
                <a:lnTo>
                  <a:pt x="651182" y="685800"/>
                </a:lnTo>
                <a:lnTo>
                  <a:pt x="650104" y="690880"/>
                </a:lnTo>
                <a:lnTo>
                  <a:pt x="644888" y="699770"/>
                </a:lnTo>
                <a:lnTo>
                  <a:pt x="641269" y="702310"/>
                </a:lnTo>
                <a:lnTo>
                  <a:pt x="636641" y="703580"/>
                </a:lnTo>
                <a:lnTo>
                  <a:pt x="458787" y="789940"/>
                </a:lnTo>
                <a:lnTo>
                  <a:pt x="441501" y="798830"/>
                </a:lnTo>
                <a:close/>
              </a:path>
              <a:path w="713740" h="836929">
                <a:moveTo>
                  <a:pt x="418078" y="655320"/>
                </a:moveTo>
                <a:lnTo>
                  <a:pt x="411650" y="654050"/>
                </a:lnTo>
                <a:lnTo>
                  <a:pt x="406591" y="652780"/>
                </a:lnTo>
                <a:lnTo>
                  <a:pt x="403369" y="647700"/>
                </a:lnTo>
                <a:lnTo>
                  <a:pt x="372879" y="586740"/>
                </a:lnTo>
                <a:lnTo>
                  <a:pt x="406378" y="586740"/>
                </a:lnTo>
                <a:lnTo>
                  <a:pt x="422830" y="619760"/>
                </a:lnTo>
                <a:lnTo>
                  <a:pt x="486389" y="619760"/>
                </a:lnTo>
                <a:lnTo>
                  <a:pt x="429167" y="650240"/>
                </a:lnTo>
                <a:lnTo>
                  <a:pt x="423917" y="654050"/>
                </a:lnTo>
                <a:lnTo>
                  <a:pt x="418078" y="655320"/>
                </a:lnTo>
                <a:close/>
              </a:path>
              <a:path w="713740" h="836929">
                <a:moveTo>
                  <a:pt x="372975" y="798830"/>
                </a:moveTo>
                <a:lnTo>
                  <a:pt x="341593" y="798830"/>
                </a:lnTo>
                <a:lnTo>
                  <a:pt x="341572" y="588010"/>
                </a:lnTo>
                <a:lnTo>
                  <a:pt x="372879" y="588010"/>
                </a:lnTo>
                <a:lnTo>
                  <a:pt x="372975" y="798830"/>
                </a:lnTo>
                <a:close/>
              </a:path>
            </a:pathLst>
          </a:custGeom>
          <a:solidFill>
            <a:srgbClr val="000000"/>
          </a:solidFill>
        </p:spPr>
        <p:txBody>
          <a:bodyPr wrap="square" lIns="0" tIns="0" rIns="0" bIns="0" rtlCol="0"/>
          <a:lstStyle/>
          <a:p>
            <a:endParaRPr/>
          </a:p>
        </p:txBody>
      </p:sp>
      <p:sp>
        <p:nvSpPr>
          <p:cNvPr id="33" name="bg object 33"/>
          <p:cNvSpPr/>
          <p:nvPr/>
        </p:nvSpPr>
        <p:spPr>
          <a:xfrm>
            <a:off x="10961637" y="5700883"/>
            <a:ext cx="864869" cy="853440"/>
          </a:xfrm>
          <a:custGeom>
            <a:avLst/>
            <a:gdLst/>
            <a:ahLst/>
            <a:cxnLst/>
            <a:rect l="l" t="t" r="r" b="b"/>
            <a:pathLst>
              <a:path w="864870" h="853440">
                <a:moveTo>
                  <a:pt x="665784" y="100330"/>
                </a:moveTo>
                <a:lnTo>
                  <a:pt x="571190" y="100330"/>
                </a:lnTo>
                <a:lnTo>
                  <a:pt x="580895" y="99060"/>
                </a:lnTo>
                <a:lnTo>
                  <a:pt x="590601" y="96520"/>
                </a:lnTo>
                <a:lnTo>
                  <a:pt x="685782" y="60960"/>
                </a:lnTo>
                <a:lnTo>
                  <a:pt x="780694" y="22860"/>
                </a:lnTo>
                <a:lnTo>
                  <a:pt x="828175" y="5080"/>
                </a:lnTo>
                <a:lnTo>
                  <a:pt x="846408" y="0"/>
                </a:lnTo>
                <a:lnTo>
                  <a:pt x="857312" y="1270"/>
                </a:lnTo>
                <a:lnTo>
                  <a:pt x="862599" y="10160"/>
                </a:lnTo>
                <a:lnTo>
                  <a:pt x="863981" y="29210"/>
                </a:lnTo>
                <a:lnTo>
                  <a:pt x="863982" y="35560"/>
                </a:lnTo>
                <a:lnTo>
                  <a:pt x="833333" y="35560"/>
                </a:lnTo>
                <a:lnTo>
                  <a:pt x="787837" y="53340"/>
                </a:lnTo>
                <a:lnTo>
                  <a:pt x="743251" y="69850"/>
                </a:lnTo>
                <a:lnTo>
                  <a:pt x="699304" y="87630"/>
                </a:lnTo>
                <a:lnTo>
                  <a:pt x="665784" y="100330"/>
                </a:lnTo>
                <a:close/>
              </a:path>
              <a:path w="864870" h="853440">
                <a:moveTo>
                  <a:pt x="18126" y="741680"/>
                </a:moveTo>
                <a:lnTo>
                  <a:pt x="7675" y="740410"/>
                </a:lnTo>
                <a:lnTo>
                  <a:pt x="2575" y="731520"/>
                </a:lnTo>
                <a:lnTo>
                  <a:pt x="1276" y="713740"/>
                </a:lnTo>
                <a:lnTo>
                  <a:pt x="1164" y="217170"/>
                </a:lnTo>
                <a:lnTo>
                  <a:pt x="1059" y="193040"/>
                </a:lnTo>
                <a:lnTo>
                  <a:pt x="938" y="176530"/>
                </a:lnTo>
                <a:lnTo>
                  <a:pt x="821" y="163830"/>
                </a:lnTo>
                <a:lnTo>
                  <a:pt x="703" y="151130"/>
                </a:lnTo>
                <a:lnTo>
                  <a:pt x="586" y="138430"/>
                </a:lnTo>
                <a:lnTo>
                  <a:pt x="0" y="134620"/>
                </a:lnTo>
                <a:lnTo>
                  <a:pt x="197" y="130810"/>
                </a:lnTo>
                <a:lnTo>
                  <a:pt x="26800" y="100330"/>
                </a:lnTo>
                <a:lnTo>
                  <a:pt x="123942" y="62230"/>
                </a:lnTo>
                <a:lnTo>
                  <a:pt x="172443" y="44450"/>
                </a:lnTo>
                <a:lnTo>
                  <a:pt x="221017" y="25400"/>
                </a:lnTo>
                <a:lnTo>
                  <a:pt x="269754" y="7620"/>
                </a:lnTo>
                <a:lnTo>
                  <a:pt x="282146" y="3810"/>
                </a:lnTo>
                <a:lnTo>
                  <a:pt x="294524" y="2540"/>
                </a:lnTo>
                <a:lnTo>
                  <a:pt x="306886" y="3810"/>
                </a:lnTo>
                <a:lnTo>
                  <a:pt x="319234" y="7620"/>
                </a:lnTo>
                <a:lnTo>
                  <a:pt x="392472" y="35560"/>
                </a:lnTo>
                <a:lnTo>
                  <a:pt x="276901" y="35560"/>
                </a:lnTo>
                <a:lnTo>
                  <a:pt x="187541" y="71120"/>
                </a:lnTo>
                <a:lnTo>
                  <a:pt x="56640" y="120650"/>
                </a:lnTo>
                <a:lnTo>
                  <a:pt x="31254" y="157480"/>
                </a:lnTo>
                <a:lnTo>
                  <a:pt x="31370" y="217170"/>
                </a:lnTo>
                <a:lnTo>
                  <a:pt x="31491" y="259080"/>
                </a:lnTo>
                <a:lnTo>
                  <a:pt x="31596" y="702310"/>
                </a:lnTo>
                <a:lnTo>
                  <a:pt x="124182" y="702310"/>
                </a:lnTo>
                <a:lnTo>
                  <a:pt x="83054" y="718820"/>
                </a:lnTo>
                <a:lnTo>
                  <a:pt x="35573" y="736600"/>
                </a:lnTo>
                <a:lnTo>
                  <a:pt x="18126" y="741680"/>
                </a:lnTo>
                <a:close/>
              </a:path>
              <a:path w="864870" h="853440">
                <a:moveTo>
                  <a:pt x="124182" y="702310"/>
                </a:moveTo>
                <a:lnTo>
                  <a:pt x="39118" y="702310"/>
                </a:lnTo>
                <a:lnTo>
                  <a:pt x="42837" y="701040"/>
                </a:lnTo>
                <a:lnTo>
                  <a:pt x="130598" y="668020"/>
                </a:lnTo>
                <a:lnTo>
                  <a:pt x="174464" y="650240"/>
                </a:lnTo>
                <a:lnTo>
                  <a:pt x="262385" y="617220"/>
                </a:lnTo>
                <a:lnTo>
                  <a:pt x="271872" y="610870"/>
                </a:lnTo>
                <a:lnTo>
                  <a:pt x="276651" y="604520"/>
                </a:lnTo>
                <a:lnTo>
                  <a:pt x="278336" y="595630"/>
                </a:lnTo>
                <a:lnTo>
                  <a:pt x="278410" y="53340"/>
                </a:lnTo>
                <a:lnTo>
                  <a:pt x="277708" y="46990"/>
                </a:lnTo>
                <a:lnTo>
                  <a:pt x="276901" y="35560"/>
                </a:lnTo>
                <a:lnTo>
                  <a:pt x="311292" y="35560"/>
                </a:lnTo>
                <a:lnTo>
                  <a:pt x="310344" y="44450"/>
                </a:lnTo>
                <a:lnTo>
                  <a:pt x="309174" y="48260"/>
                </a:lnTo>
                <a:lnTo>
                  <a:pt x="309051" y="504190"/>
                </a:lnTo>
                <a:lnTo>
                  <a:pt x="308925" y="558800"/>
                </a:lnTo>
                <a:lnTo>
                  <a:pt x="308835" y="590550"/>
                </a:lnTo>
                <a:lnTo>
                  <a:pt x="308238" y="595630"/>
                </a:lnTo>
                <a:lnTo>
                  <a:pt x="309062" y="600710"/>
                </a:lnTo>
                <a:lnTo>
                  <a:pt x="313551" y="608330"/>
                </a:lnTo>
                <a:lnTo>
                  <a:pt x="316818" y="612140"/>
                </a:lnTo>
                <a:lnTo>
                  <a:pt x="321106" y="614680"/>
                </a:lnTo>
                <a:lnTo>
                  <a:pt x="353194" y="614680"/>
                </a:lnTo>
                <a:lnTo>
                  <a:pt x="352222" y="618490"/>
                </a:lnTo>
                <a:lnTo>
                  <a:pt x="351297" y="626110"/>
                </a:lnTo>
                <a:lnTo>
                  <a:pt x="351270" y="633730"/>
                </a:lnTo>
                <a:lnTo>
                  <a:pt x="351629" y="638810"/>
                </a:lnTo>
                <a:lnTo>
                  <a:pt x="352034" y="641350"/>
                </a:lnTo>
                <a:lnTo>
                  <a:pt x="293792" y="641350"/>
                </a:lnTo>
                <a:lnTo>
                  <a:pt x="283469" y="642620"/>
                </a:lnTo>
                <a:lnTo>
                  <a:pt x="273146" y="645160"/>
                </a:lnTo>
                <a:lnTo>
                  <a:pt x="177965" y="680720"/>
                </a:lnTo>
                <a:lnTo>
                  <a:pt x="124182" y="702310"/>
                </a:lnTo>
                <a:close/>
              </a:path>
              <a:path w="864870" h="853440">
                <a:moveTo>
                  <a:pt x="558034" y="463550"/>
                </a:moveTo>
                <a:lnTo>
                  <a:pt x="510159" y="463550"/>
                </a:lnTo>
                <a:lnTo>
                  <a:pt x="525721" y="449580"/>
                </a:lnTo>
                <a:lnTo>
                  <a:pt x="533519" y="443230"/>
                </a:lnTo>
                <a:lnTo>
                  <a:pt x="550702" y="427990"/>
                </a:lnTo>
                <a:lnTo>
                  <a:pt x="555381" y="424180"/>
                </a:lnTo>
                <a:lnTo>
                  <a:pt x="555362" y="363220"/>
                </a:lnTo>
                <a:lnTo>
                  <a:pt x="555236" y="217170"/>
                </a:lnTo>
                <a:lnTo>
                  <a:pt x="555018" y="146050"/>
                </a:lnTo>
                <a:lnTo>
                  <a:pt x="536431" y="124460"/>
                </a:lnTo>
                <a:lnTo>
                  <a:pt x="494128" y="106680"/>
                </a:lnTo>
                <a:lnTo>
                  <a:pt x="311292" y="35560"/>
                </a:lnTo>
                <a:lnTo>
                  <a:pt x="392472" y="35560"/>
                </a:lnTo>
                <a:lnTo>
                  <a:pt x="551778" y="96520"/>
                </a:lnTo>
                <a:lnTo>
                  <a:pt x="561484" y="99060"/>
                </a:lnTo>
                <a:lnTo>
                  <a:pt x="571190" y="100330"/>
                </a:lnTo>
                <a:lnTo>
                  <a:pt x="665784" y="100330"/>
                </a:lnTo>
                <a:lnTo>
                  <a:pt x="612253" y="120650"/>
                </a:lnTo>
                <a:lnTo>
                  <a:pt x="585617" y="149860"/>
                </a:lnTo>
                <a:lnTo>
                  <a:pt x="585437" y="153670"/>
                </a:lnTo>
                <a:lnTo>
                  <a:pt x="586051" y="158750"/>
                </a:lnTo>
                <a:lnTo>
                  <a:pt x="586172" y="182880"/>
                </a:lnTo>
                <a:lnTo>
                  <a:pt x="586296" y="208280"/>
                </a:lnTo>
                <a:lnTo>
                  <a:pt x="586419" y="243840"/>
                </a:lnTo>
                <a:lnTo>
                  <a:pt x="586544" y="293370"/>
                </a:lnTo>
                <a:lnTo>
                  <a:pt x="586636" y="397510"/>
                </a:lnTo>
                <a:lnTo>
                  <a:pt x="632936" y="397510"/>
                </a:lnTo>
                <a:lnTo>
                  <a:pt x="589221" y="435610"/>
                </a:lnTo>
                <a:lnTo>
                  <a:pt x="586648" y="438150"/>
                </a:lnTo>
                <a:lnTo>
                  <a:pt x="563271" y="458470"/>
                </a:lnTo>
                <a:lnTo>
                  <a:pt x="558034" y="463550"/>
                </a:lnTo>
                <a:close/>
              </a:path>
              <a:path w="864870" h="853440">
                <a:moveTo>
                  <a:pt x="839909" y="632460"/>
                </a:moveTo>
                <a:lnTo>
                  <a:pt x="774917" y="632460"/>
                </a:lnTo>
                <a:lnTo>
                  <a:pt x="833790" y="594360"/>
                </a:lnTo>
                <a:lnTo>
                  <a:pt x="833603" y="593090"/>
                </a:lnTo>
                <a:lnTo>
                  <a:pt x="833310" y="593090"/>
                </a:lnTo>
                <a:lnTo>
                  <a:pt x="833123" y="591820"/>
                </a:lnTo>
                <a:lnTo>
                  <a:pt x="833662" y="588010"/>
                </a:lnTo>
                <a:lnTo>
                  <a:pt x="833931" y="585470"/>
                </a:lnTo>
                <a:lnTo>
                  <a:pt x="833823" y="561340"/>
                </a:lnTo>
                <a:lnTo>
                  <a:pt x="833702" y="538480"/>
                </a:lnTo>
                <a:lnTo>
                  <a:pt x="833581" y="510540"/>
                </a:lnTo>
                <a:lnTo>
                  <a:pt x="833459" y="478790"/>
                </a:lnTo>
                <a:lnTo>
                  <a:pt x="833333" y="35560"/>
                </a:lnTo>
                <a:lnTo>
                  <a:pt x="863982" y="35560"/>
                </a:lnTo>
                <a:lnTo>
                  <a:pt x="864109" y="502920"/>
                </a:lnTo>
                <a:lnTo>
                  <a:pt x="864233" y="565150"/>
                </a:lnTo>
                <a:lnTo>
                  <a:pt x="864280" y="605790"/>
                </a:lnTo>
                <a:lnTo>
                  <a:pt x="845896" y="628650"/>
                </a:lnTo>
                <a:lnTo>
                  <a:pt x="839909" y="632460"/>
                </a:lnTo>
                <a:close/>
              </a:path>
              <a:path w="864870" h="853440">
                <a:moveTo>
                  <a:pt x="353194" y="614680"/>
                </a:moveTo>
                <a:lnTo>
                  <a:pt x="321106" y="614680"/>
                </a:lnTo>
                <a:lnTo>
                  <a:pt x="324770" y="599440"/>
                </a:lnTo>
                <a:lnTo>
                  <a:pt x="330728" y="585470"/>
                </a:lnTo>
                <a:lnTo>
                  <a:pt x="338982" y="572770"/>
                </a:lnTo>
                <a:lnTo>
                  <a:pt x="349530" y="561340"/>
                </a:lnTo>
                <a:lnTo>
                  <a:pt x="349497" y="124460"/>
                </a:lnTo>
                <a:lnTo>
                  <a:pt x="364484" y="110490"/>
                </a:lnTo>
                <a:lnTo>
                  <a:pt x="372055" y="110490"/>
                </a:lnTo>
                <a:lnTo>
                  <a:pt x="374609" y="111760"/>
                </a:lnTo>
                <a:lnTo>
                  <a:pt x="377078" y="111760"/>
                </a:lnTo>
                <a:lnTo>
                  <a:pt x="390397" y="118110"/>
                </a:lnTo>
                <a:lnTo>
                  <a:pt x="415765" y="129540"/>
                </a:lnTo>
                <a:lnTo>
                  <a:pt x="471679" y="153670"/>
                </a:lnTo>
                <a:lnTo>
                  <a:pt x="384658" y="153670"/>
                </a:lnTo>
                <a:lnTo>
                  <a:pt x="384658" y="538480"/>
                </a:lnTo>
                <a:lnTo>
                  <a:pt x="488012" y="538480"/>
                </a:lnTo>
                <a:lnTo>
                  <a:pt x="490017" y="543560"/>
                </a:lnTo>
                <a:lnTo>
                  <a:pt x="456105" y="543560"/>
                </a:lnTo>
                <a:lnTo>
                  <a:pt x="419751" y="558800"/>
                </a:lnTo>
                <a:lnTo>
                  <a:pt x="402113" y="565150"/>
                </a:lnTo>
                <a:lnTo>
                  <a:pt x="365966" y="589280"/>
                </a:lnTo>
                <a:lnTo>
                  <a:pt x="354166" y="610870"/>
                </a:lnTo>
                <a:lnTo>
                  <a:pt x="353194" y="614680"/>
                </a:lnTo>
                <a:close/>
              </a:path>
              <a:path w="864870" h="853440">
                <a:moveTo>
                  <a:pt x="89150" y="217170"/>
                </a:moveTo>
                <a:lnTo>
                  <a:pt x="82273" y="217170"/>
                </a:lnTo>
                <a:lnTo>
                  <a:pt x="80113" y="215900"/>
                </a:lnTo>
                <a:lnTo>
                  <a:pt x="76075" y="213360"/>
                </a:lnTo>
                <a:lnTo>
                  <a:pt x="74349" y="212090"/>
                </a:lnTo>
                <a:lnTo>
                  <a:pt x="71481" y="208280"/>
                </a:lnTo>
                <a:lnTo>
                  <a:pt x="70446" y="205740"/>
                </a:lnTo>
                <a:lnTo>
                  <a:pt x="69811" y="204470"/>
                </a:lnTo>
                <a:lnTo>
                  <a:pt x="69256" y="201930"/>
                </a:lnTo>
                <a:lnTo>
                  <a:pt x="69136" y="199390"/>
                </a:lnTo>
                <a:lnTo>
                  <a:pt x="69765" y="195580"/>
                </a:lnTo>
                <a:lnTo>
                  <a:pt x="70493" y="193040"/>
                </a:lnTo>
                <a:lnTo>
                  <a:pt x="72774" y="189230"/>
                </a:lnTo>
                <a:lnTo>
                  <a:pt x="74246" y="186690"/>
                </a:lnTo>
                <a:lnTo>
                  <a:pt x="77853" y="184150"/>
                </a:lnTo>
                <a:lnTo>
                  <a:pt x="79860" y="182880"/>
                </a:lnTo>
                <a:lnTo>
                  <a:pt x="82070" y="182880"/>
                </a:lnTo>
                <a:lnTo>
                  <a:pt x="206296" y="137160"/>
                </a:lnTo>
                <a:lnTo>
                  <a:pt x="208539" y="135890"/>
                </a:lnTo>
                <a:lnTo>
                  <a:pt x="210812" y="135890"/>
                </a:lnTo>
                <a:lnTo>
                  <a:pt x="215418" y="137160"/>
                </a:lnTo>
                <a:lnTo>
                  <a:pt x="217579" y="137160"/>
                </a:lnTo>
                <a:lnTo>
                  <a:pt x="221617" y="139700"/>
                </a:lnTo>
                <a:lnTo>
                  <a:pt x="223344" y="140970"/>
                </a:lnTo>
                <a:lnTo>
                  <a:pt x="226210" y="144780"/>
                </a:lnTo>
                <a:lnTo>
                  <a:pt x="227244" y="147320"/>
                </a:lnTo>
                <a:lnTo>
                  <a:pt x="227878" y="148590"/>
                </a:lnTo>
                <a:lnTo>
                  <a:pt x="228435" y="151130"/>
                </a:lnTo>
                <a:lnTo>
                  <a:pt x="228556" y="153670"/>
                </a:lnTo>
                <a:lnTo>
                  <a:pt x="227929" y="157480"/>
                </a:lnTo>
                <a:lnTo>
                  <a:pt x="227202" y="160020"/>
                </a:lnTo>
                <a:lnTo>
                  <a:pt x="224923" y="163830"/>
                </a:lnTo>
                <a:lnTo>
                  <a:pt x="223452" y="166370"/>
                </a:lnTo>
                <a:lnTo>
                  <a:pt x="219846" y="168910"/>
                </a:lnTo>
                <a:lnTo>
                  <a:pt x="217840" y="170180"/>
                </a:lnTo>
                <a:lnTo>
                  <a:pt x="215631" y="170180"/>
                </a:lnTo>
                <a:lnTo>
                  <a:pt x="91393" y="215900"/>
                </a:lnTo>
                <a:lnTo>
                  <a:pt x="89150" y="217170"/>
                </a:lnTo>
                <a:close/>
              </a:path>
              <a:path w="864870" h="853440">
                <a:moveTo>
                  <a:pt x="650297" y="217170"/>
                </a:moveTo>
                <a:lnTo>
                  <a:pt x="643419" y="217170"/>
                </a:lnTo>
                <a:lnTo>
                  <a:pt x="641259" y="215900"/>
                </a:lnTo>
                <a:lnTo>
                  <a:pt x="637221" y="213360"/>
                </a:lnTo>
                <a:lnTo>
                  <a:pt x="635495" y="212090"/>
                </a:lnTo>
                <a:lnTo>
                  <a:pt x="632627" y="208280"/>
                </a:lnTo>
                <a:lnTo>
                  <a:pt x="631592" y="205740"/>
                </a:lnTo>
                <a:lnTo>
                  <a:pt x="630957" y="204470"/>
                </a:lnTo>
                <a:lnTo>
                  <a:pt x="630400" y="201930"/>
                </a:lnTo>
                <a:lnTo>
                  <a:pt x="630279" y="199390"/>
                </a:lnTo>
                <a:lnTo>
                  <a:pt x="630908" y="195580"/>
                </a:lnTo>
                <a:lnTo>
                  <a:pt x="631635" y="193040"/>
                </a:lnTo>
                <a:lnTo>
                  <a:pt x="633917" y="189230"/>
                </a:lnTo>
                <a:lnTo>
                  <a:pt x="635389" y="186690"/>
                </a:lnTo>
                <a:lnTo>
                  <a:pt x="638998" y="184150"/>
                </a:lnTo>
                <a:lnTo>
                  <a:pt x="641005" y="182880"/>
                </a:lnTo>
                <a:lnTo>
                  <a:pt x="643216" y="182880"/>
                </a:lnTo>
                <a:lnTo>
                  <a:pt x="767442" y="137160"/>
                </a:lnTo>
                <a:lnTo>
                  <a:pt x="769684" y="135890"/>
                </a:lnTo>
                <a:lnTo>
                  <a:pt x="771955" y="135890"/>
                </a:lnTo>
                <a:lnTo>
                  <a:pt x="776555" y="137160"/>
                </a:lnTo>
                <a:lnTo>
                  <a:pt x="778714" y="137160"/>
                </a:lnTo>
                <a:lnTo>
                  <a:pt x="782746" y="139700"/>
                </a:lnTo>
                <a:lnTo>
                  <a:pt x="784470" y="140970"/>
                </a:lnTo>
                <a:lnTo>
                  <a:pt x="787334" y="144780"/>
                </a:lnTo>
                <a:lnTo>
                  <a:pt x="788367" y="147320"/>
                </a:lnTo>
                <a:lnTo>
                  <a:pt x="789001" y="148590"/>
                </a:lnTo>
                <a:lnTo>
                  <a:pt x="789558" y="151130"/>
                </a:lnTo>
                <a:lnTo>
                  <a:pt x="789680" y="153670"/>
                </a:lnTo>
                <a:lnTo>
                  <a:pt x="789054" y="157480"/>
                </a:lnTo>
                <a:lnTo>
                  <a:pt x="788328" y="160020"/>
                </a:lnTo>
                <a:lnTo>
                  <a:pt x="786052" y="163830"/>
                </a:lnTo>
                <a:lnTo>
                  <a:pt x="784582" y="166370"/>
                </a:lnTo>
                <a:lnTo>
                  <a:pt x="780978" y="168910"/>
                </a:lnTo>
                <a:lnTo>
                  <a:pt x="778973" y="170180"/>
                </a:lnTo>
                <a:lnTo>
                  <a:pt x="776765" y="170180"/>
                </a:lnTo>
                <a:lnTo>
                  <a:pt x="652539" y="215900"/>
                </a:lnTo>
                <a:lnTo>
                  <a:pt x="650297" y="217170"/>
                </a:lnTo>
                <a:close/>
              </a:path>
              <a:path w="864870" h="853440">
                <a:moveTo>
                  <a:pt x="488012" y="538480"/>
                </a:moveTo>
                <a:lnTo>
                  <a:pt x="384658" y="538480"/>
                </a:lnTo>
                <a:lnTo>
                  <a:pt x="406676" y="529590"/>
                </a:lnTo>
                <a:lnTo>
                  <a:pt x="429002" y="521970"/>
                </a:lnTo>
                <a:lnTo>
                  <a:pt x="441559" y="516890"/>
                </a:lnTo>
                <a:lnTo>
                  <a:pt x="453431" y="510540"/>
                </a:lnTo>
                <a:lnTo>
                  <a:pt x="464620" y="502920"/>
                </a:lnTo>
                <a:lnTo>
                  <a:pt x="475125" y="494030"/>
                </a:lnTo>
                <a:lnTo>
                  <a:pt x="475125" y="191770"/>
                </a:lnTo>
                <a:lnTo>
                  <a:pt x="474341" y="191770"/>
                </a:lnTo>
                <a:lnTo>
                  <a:pt x="384658" y="153670"/>
                </a:lnTo>
                <a:lnTo>
                  <a:pt x="471679" y="153670"/>
                </a:lnTo>
                <a:lnTo>
                  <a:pt x="495221" y="163830"/>
                </a:lnTo>
                <a:lnTo>
                  <a:pt x="497303" y="163830"/>
                </a:lnTo>
                <a:lnTo>
                  <a:pt x="499279" y="165100"/>
                </a:lnTo>
                <a:lnTo>
                  <a:pt x="503019" y="166370"/>
                </a:lnTo>
                <a:lnTo>
                  <a:pt x="504649" y="167640"/>
                </a:lnTo>
                <a:lnTo>
                  <a:pt x="507430" y="170180"/>
                </a:lnTo>
                <a:lnTo>
                  <a:pt x="508481" y="172720"/>
                </a:lnTo>
                <a:lnTo>
                  <a:pt x="509905" y="176530"/>
                </a:lnTo>
                <a:lnTo>
                  <a:pt x="510227" y="177800"/>
                </a:lnTo>
                <a:lnTo>
                  <a:pt x="510159" y="463550"/>
                </a:lnTo>
                <a:lnTo>
                  <a:pt x="558034" y="463550"/>
                </a:lnTo>
                <a:lnTo>
                  <a:pt x="555416" y="466090"/>
                </a:lnTo>
                <a:lnTo>
                  <a:pt x="553298" y="467360"/>
                </a:lnTo>
                <a:lnTo>
                  <a:pt x="551205" y="469900"/>
                </a:lnTo>
                <a:lnTo>
                  <a:pt x="549099" y="471170"/>
                </a:lnTo>
                <a:lnTo>
                  <a:pt x="506006" y="509270"/>
                </a:lnTo>
                <a:lnTo>
                  <a:pt x="505047" y="509270"/>
                </a:lnTo>
                <a:lnTo>
                  <a:pt x="504017" y="510540"/>
                </a:lnTo>
                <a:lnTo>
                  <a:pt x="502847" y="511810"/>
                </a:lnTo>
                <a:lnTo>
                  <a:pt x="501538" y="513080"/>
                </a:lnTo>
                <a:lnTo>
                  <a:pt x="497268" y="515620"/>
                </a:lnTo>
                <a:lnTo>
                  <a:pt x="493022" y="519430"/>
                </a:lnTo>
                <a:lnTo>
                  <a:pt x="483500" y="528320"/>
                </a:lnTo>
                <a:lnTo>
                  <a:pt x="487009" y="535940"/>
                </a:lnTo>
                <a:lnTo>
                  <a:pt x="488012" y="538480"/>
                </a:lnTo>
                <a:close/>
              </a:path>
              <a:path w="864870" h="853440">
                <a:moveTo>
                  <a:pt x="89150" y="316230"/>
                </a:moveTo>
                <a:lnTo>
                  <a:pt x="86877" y="316230"/>
                </a:lnTo>
                <a:lnTo>
                  <a:pt x="82272" y="314960"/>
                </a:lnTo>
                <a:lnTo>
                  <a:pt x="80111" y="314960"/>
                </a:lnTo>
                <a:lnTo>
                  <a:pt x="69811" y="302260"/>
                </a:lnTo>
                <a:lnTo>
                  <a:pt x="69249" y="300990"/>
                </a:lnTo>
                <a:lnTo>
                  <a:pt x="69124" y="298450"/>
                </a:lnTo>
                <a:lnTo>
                  <a:pt x="69747" y="293370"/>
                </a:lnTo>
                <a:lnTo>
                  <a:pt x="70474" y="292100"/>
                </a:lnTo>
                <a:lnTo>
                  <a:pt x="72755" y="287020"/>
                </a:lnTo>
                <a:lnTo>
                  <a:pt x="206296" y="234950"/>
                </a:lnTo>
                <a:lnTo>
                  <a:pt x="215437" y="234950"/>
                </a:lnTo>
                <a:lnTo>
                  <a:pt x="217601" y="236220"/>
                </a:lnTo>
                <a:lnTo>
                  <a:pt x="221641" y="238760"/>
                </a:lnTo>
                <a:lnTo>
                  <a:pt x="223366" y="240030"/>
                </a:lnTo>
                <a:lnTo>
                  <a:pt x="226225" y="243840"/>
                </a:lnTo>
                <a:lnTo>
                  <a:pt x="227253" y="245110"/>
                </a:lnTo>
                <a:lnTo>
                  <a:pt x="227878" y="247650"/>
                </a:lnTo>
                <a:lnTo>
                  <a:pt x="228435" y="250190"/>
                </a:lnTo>
                <a:lnTo>
                  <a:pt x="228556" y="252730"/>
                </a:lnTo>
                <a:lnTo>
                  <a:pt x="227929" y="256540"/>
                </a:lnTo>
                <a:lnTo>
                  <a:pt x="227202" y="259080"/>
                </a:lnTo>
                <a:lnTo>
                  <a:pt x="224923" y="262890"/>
                </a:lnTo>
                <a:lnTo>
                  <a:pt x="223452" y="264160"/>
                </a:lnTo>
                <a:lnTo>
                  <a:pt x="219846" y="267970"/>
                </a:lnTo>
                <a:lnTo>
                  <a:pt x="217840" y="267970"/>
                </a:lnTo>
                <a:lnTo>
                  <a:pt x="215631" y="269240"/>
                </a:lnTo>
                <a:lnTo>
                  <a:pt x="91393" y="314960"/>
                </a:lnTo>
                <a:lnTo>
                  <a:pt x="89150" y="316230"/>
                </a:lnTo>
                <a:close/>
              </a:path>
              <a:path w="864870" h="853440">
                <a:moveTo>
                  <a:pt x="95139" y="410210"/>
                </a:moveTo>
                <a:lnTo>
                  <a:pt x="92866" y="410210"/>
                </a:lnTo>
                <a:lnTo>
                  <a:pt x="88260" y="408940"/>
                </a:lnTo>
                <a:lnTo>
                  <a:pt x="86099" y="408940"/>
                </a:lnTo>
                <a:lnTo>
                  <a:pt x="75800" y="396240"/>
                </a:lnTo>
                <a:lnTo>
                  <a:pt x="75240" y="394970"/>
                </a:lnTo>
                <a:lnTo>
                  <a:pt x="75117" y="392430"/>
                </a:lnTo>
                <a:lnTo>
                  <a:pt x="75742" y="387350"/>
                </a:lnTo>
                <a:lnTo>
                  <a:pt x="76469" y="386080"/>
                </a:lnTo>
                <a:lnTo>
                  <a:pt x="78751" y="381000"/>
                </a:lnTo>
                <a:lnTo>
                  <a:pt x="212320" y="328930"/>
                </a:lnTo>
                <a:lnTo>
                  <a:pt x="221452" y="328930"/>
                </a:lnTo>
                <a:lnTo>
                  <a:pt x="223615" y="330200"/>
                </a:lnTo>
                <a:lnTo>
                  <a:pt x="227659" y="332740"/>
                </a:lnTo>
                <a:lnTo>
                  <a:pt x="229387" y="334010"/>
                </a:lnTo>
                <a:lnTo>
                  <a:pt x="232257" y="337820"/>
                </a:lnTo>
                <a:lnTo>
                  <a:pt x="233292" y="339090"/>
                </a:lnTo>
                <a:lnTo>
                  <a:pt x="233925" y="341630"/>
                </a:lnTo>
                <a:lnTo>
                  <a:pt x="234482" y="344170"/>
                </a:lnTo>
                <a:lnTo>
                  <a:pt x="234604" y="345440"/>
                </a:lnTo>
                <a:lnTo>
                  <a:pt x="233976" y="350520"/>
                </a:lnTo>
                <a:lnTo>
                  <a:pt x="233250" y="353060"/>
                </a:lnTo>
                <a:lnTo>
                  <a:pt x="230971" y="356870"/>
                </a:lnTo>
                <a:lnTo>
                  <a:pt x="229499" y="358140"/>
                </a:lnTo>
                <a:lnTo>
                  <a:pt x="225893" y="361950"/>
                </a:lnTo>
                <a:lnTo>
                  <a:pt x="223887" y="361950"/>
                </a:lnTo>
                <a:lnTo>
                  <a:pt x="221678" y="363220"/>
                </a:lnTo>
                <a:lnTo>
                  <a:pt x="97382" y="408940"/>
                </a:lnTo>
                <a:lnTo>
                  <a:pt x="95139" y="410210"/>
                </a:lnTo>
                <a:close/>
              </a:path>
              <a:path w="864870" h="853440">
                <a:moveTo>
                  <a:pt x="632936" y="397510"/>
                </a:moveTo>
                <a:lnTo>
                  <a:pt x="586636" y="397510"/>
                </a:lnTo>
                <a:lnTo>
                  <a:pt x="658224" y="335280"/>
                </a:lnTo>
                <a:lnTo>
                  <a:pt x="679237" y="388620"/>
                </a:lnTo>
                <a:lnTo>
                  <a:pt x="645006" y="388620"/>
                </a:lnTo>
                <a:lnTo>
                  <a:pt x="643146" y="389890"/>
                </a:lnTo>
                <a:lnTo>
                  <a:pt x="641625" y="389890"/>
                </a:lnTo>
                <a:lnTo>
                  <a:pt x="640222" y="391160"/>
                </a:lnTo>
                <a:lnTo>
                  <a:pt x="632936" y="397510"/>
                </a:lnTo>
                <a:close/>
              </a:path>
              <a:path w="864870" h="853440">
                <a:moveTo>
                  <a:pt x="792009" y="662940"/>
                </a:moveTo>
                <a:lnTo>
                  <a:pt x="543244" y="662940"/>
                </a:lnTo>
                <a:lnTo>
                  <a:pt x="546303" y="661670"/>
                </a:lnTo>
                <a:lnTo>
                  <a:pt x="555076" y="661670"/>
                </a:lnTo>
                <a:lnTo>
                  <a:pt x="586542" y="660400"/>
                </a:lnTo>
                <a:lnTo>
                  <a:pt x="612448" y="660400"/>
                </a:lnTo>
                <a:lnTo>
                  <a:pt x="638381" y="659130"/>
                </a:lnTo>
                <a:lnTo>
                  <a:pt x="690298" y="657860"/>
                </a:lnTo>
                <a:lnTo>
                  <a:pt x="712289" y="656590"/>
                </a:lnTo>
                <a:lnTo>
                  <a:pt x="730930" y="656590"/>
                </a:lnTo>
                <a:lnTo>
                  <a:pt x="750282" y="655320"/>
                </a:lnTo>
                <a:lnTo>
                  <a:pt x="745732" y="643890"/>
                </a:lnTo>
                <a:lnTo>
                  <a:pt x="728615" y="600710"/>
                </a:lnTo>
                <a:lnTo>
                  <a:pt x="663956" y="435610"/>
                </a:lnTo>
                <a:lnTo>
                  <a:pt x="645006" y="388620"/>
                </a:lnTo>
                <a:lnTo>
                  <a:pt x="679237" y="388620"/>
                </a:lnTo>
                <a:lnTo>
                  <a:pt x="701250" y="444500"/>
                </a:lnTo>
                <a:lnTo>
                  <a:pt x="708141" y="462280"/>
                </a:lnTo>
                <a:lnTo>
                  <a:pt x="711564" y="471170"/>
                </a:lnTo>
                <a:lnTo>
                  <a:pt x="774917" y="632460"/>
                </a:lnTo>
                <a:lnTo>
                  <a:pt x="839909" y="632460"/>
                </a:lnTo>
                <a:lnTo>
                  <a:pt x="792009" y="662940"/>
                </a:lnTo>
                <a:close/>
              </a:path>
              <a:path w="864870" h="853440">
                <a:moveTo>
                  <a:pt x="95139" y="556260"/>
                </a:moveTo>
                <a:lnTo>
                  <a:pt x="92867" y="556260"/>
                </a:lnTo>
                <a:lnTo>
                  <a:pt x="88262" y="554990"/>
                </a:lnTo>
                <a:lnTo>
                  <a:pt x="86102" y="554990"/>
                </a:lnTo>
                <a:lnTo>
                  <a:pt x="75800" y="542290"/>
                </a:lnTo>
                <a:lnTo>
                  <a:pt x="75243" y="541020"/>
                </a:lnTo>
                <a:lnTo>
                  <a:pt x="75122" y="538480"/>
                </a:lnTo>
                <a:lnTo>
                  <a:pt x="75751" y="533400"/>
                </a:lnTo>
                <a:lnTo>
                  <a:pt x="76478" y="532130"/>
                </a:lnTo>
                <a:lnTo>
                  <a:pt x="78759" y="527050"/>
                </a:lnTo>
                <a:lnTo>
                  <a:pt x="212285" y="474980"/>
                </a:lnTo>
                <a:lnTo>
                  <a:pt x="221407" y="474980"/>
                </a:lnTo>
                <a:lnTo>
                  <a:pt x="223568" y="476250"/>
                </a:lnTo>
                <a:lnTo>
                  <a:pt x="227606" y="478790"/>
                </a:lnTo>
                <a:lnTo>
                  <a:pt x="229333" y="480060"/>
                </a:lnTo>
                <a:lnTo>
                  <a:pt x="232199" y="483870"/>
                </a:lnTo>
                <a:lnTo>
                  <a:pt x="233233" y="485140"/>
                </a:lnTo>
                <a:lnTo>
                  <a:pt x="233867" y="487680"/>
                </a:lnTo>
                <a:lnTo>
                  <a:pt x="234424" y="490220"/>
                </a:lnTo>
                <a:lnTo>
                  <a:pt x="234547" y="491490"/>
                </a:lnTo>
                <a:lnTo>
                  <a:pt x="233926" y="496570"/>
                </a:lnTo>
                <a:lnTo>
                  <a:pt x="233204" y="499110"/>
                </a:lnTo>
                <a:lnTo>
                  <a:pt x="230937" y="502920"/>
                </a:lnTo>
                <a:lnTo>
                  <a:pt x="229472" y="504190"/>
                </a:lnTo>
                <a:lnTo>
                  <a:pt x="225881" y="508000"/>
                </a:lnTo>
                <a:lnTo>
                  <a:pt x="223881" y="508000"/>
                </a:lnTo>
                <a:lnTo>
                  <a:pt x="221678" y="509270"/>
                </a:lnTo>
                <a:lnTo>
                  <a:pt x="97382" y="554990"/>
                </a:lnTo>
                <a:lnTo>
                  <a:pt x="95139" y="556260"/>
                </a:lnTo>
                <a:close/>
              </a:path>
              <a:path w="864870" h="853440">
                <a:moveTo>
                  <a:pt x="515165" y="698500"/>
                </a:moveTo>
                <a:lnTo>
                  <a:pt x="416287" y="698500"/>
                </a:lnTo>
                <a:lnTo>
                  <a:pt x="422896" y="697230"/>
                </a:lnTo>
                <a:lnTo>
                  <a:pt x="440080" y="693420"/>
                </a:lnTo>
                <a:lnTo>
                  <a:pt x="485103" y="678180"/>
                </a:lnTo>
                <a:lnTo>
                  <a:pt x="499257" y="673100"/>
                </a:lnTo>
                <a:lnTo>
                  <a:pt x="506404" y="671830"/>
                </a:lnTo>
                <a:lnTo>
                  <a:pt x="456105" y="543560"/>
                </a:lnTo>
                <a:lnTo>
                  <a:pt x="490017" y="543560"/>
                </a:lnTo>
                <a:lnTo>
                  <a:pt x="510066" y="594360"/>
                </a:lnTo>
                <a:lnTo>
                  <a:pt x="521532" y="623570"/>
                </a:lnTo>
                <a:lnTo>
                  <a:pt x="532851" y="652780"/>
                </a:lnTo>
                <a:lnTo>
                  <a:pt x="533537" y="656590"/>
                </a:lnTo>
                <a:lnTo>
                  <a:pt x="535186" y="659130"/>
                </a:lnTo>
                <a:lnTo>
                  <a:pt x="540408" y="661670"/>
                </a:lnTo>
                <a:lnTo>
                  <a:pt x="543244" y="662940"/>
                </a:lnTo>
                <a:lnTo>
                  <a:pt x="792009" y="662940"/>
                </a:lnTo>
                <a:lnTo>
                  <a:pt x="788018" y="665480"/>
                </a:lnTo>
                <a:lnTo>
                  <a:pt x="790252" y="670560"/>
                </a:lnTo>
                <a:lnTo>
                  <a:pt x="794779" y="681990"/>
                </a:lnTo>
                <a:lnTo>
                  <a:pt x="667971" y="689610"/>
                </a:lnTo>
                <a:lnTo>
                  <a:pt x="624781" y="690880"/>
                </a:lnTo>
                <a:lnTo>
                  <a:pt x="605612" y="692150"/>
                </a:lnTo>
                <a:lnTo>
                  <a:pt x="586519" y="692150"/>
                </a:lnTo>
                <a:lnTo>
                  <a:pt x="554936" y="693420"/>
                </a:lnTo>
                <a:lnTo>
                  <a:pt x="534267" y="693420"/>
                </a:lnTo>
                <a:lnTo>
                  <a:pt x="531187" y="694690"/>
                </a:lnTo>
                <a:lnTo>
                  <a:pt x="528149" y="694690"/>
                </a:lnTo>
                <a:lnTo>
                  <a:pt x="524043" y="695960"/>
                </a:lnTo>
                <a:lnTo>
                  <a:pt x="519715" y="697230"/>
                </a:lnTo>
                <a:lnTo>
                  <a:pt x="515165" y="698500"/>
                </a:lnTo>
                <a:close/>
              </a:path>
              <a:path w="864870" h="853440">
                <a:moveTo>
                  <a:pt x="415141" y="730250"/>
                </a:moveTo>
                <a:lnTo>
                  <a:pt x="409542" y="730250"/>
                </a:lnTo>
                <a:lnTo>
                  <a:pt x="387631" y="725170"/>
                </a:lnTo>
                <a:lnTo>
                  <a:pt x="349472" y="702310"/>
                </a:lnTo>
                <a:lnTo>
                  <a:pt x="338436" y="689610"/>
                </a:lnTo>
                <a:lnTo>
                  <a:pt x="335269" y="685800"/>
                </a:lnTo>
                <a:lnTo>
                  <a:pt x="321223" y="648970"/>
                </a:lnTo>
                <a:lnTo>
                  <a:pt x="321081" y="648970"/>
                </a:lnTo>
                <a:lnTo>
                  <a:pt x="320989" y="647700"/>
                </a:lnTo>
                <a:lnTo>
                  <a:pt x="318766" y="646430"/>
                </a:lnTo>
                <a:lnTo>
                  <a:pt x="316661" y="646430"/>
                </a:lnTo>
                <a:lnTo>
                  <a:pt x="314438" y="645160"/>
                </a:lnTo>
                <a:lnTo>
                  <a:pt x="304115" y="642620"/>
                </a:lnTo>
                <a:lnTo>
                  <a:pt x="293792" y="641350"/>
                </a:lnTo>
                <a:lnTo>
                  <a:pt x="352034" y="641350"/>
                </a:lnTo>
                <a:lnTo>
                  <a:pt x="352642" y="645160"/>
                </a:lnTo>
                <a:lnTo>
                  <a:pt x="354221" y="651510"/>
                </a:lnTo>
                <a:lnTo>
                  <a:pt x="355283" y="655320"/>
                </a:lnTo>
                <a:lnTo>
                  <a:pt x="356613" y="657860"/>
                </a:lnTo>
                <a:lnTo>
                  <a:pt x="358210" y="661670"/>
                </a:lnTo>
                <a:lnTo>
                  <a:pt x="390437" y="693420"/>
                </a:lnTo>
                <a:lnTo>
                  <a:pt x="409710" y="698500"/>
                </a:lnTo>
                <a:lnTo>
                  <a:pt x="515165" y="698500"/>
                </a:lnTo>
                <a:lnTo>
                  <a:pt x="520058" y="711200"/>
                </a:lnTo>
                <a:lnTo>
                  <a:pt x="485805" y="711200"/>
                </a:lnTo>
                <a:lnTo>
                  <a:pt x="461547" y="721360"/>
                </a:lnTo>
                <a:lnTo>
                  <a:pt x="453637" y="723900"/>
                </a:lnTo>
                <a:lnTo>
                  <a:pt x="455617" y="728980"/>
                </a:lnTo>
                <a:lnTo>
                  <a:pt x="417442" y="728980"/>
                </a:lnTo>
                <a:lnTo>
                  <a:pt x="415141" y="730250"/>
                </a:lnTo>
                <a:close/>
              </a:path>
              <a:path w="864870" h="853440">
                <a:moveTo>
                  <a:pt x="558694" y="817880"/>
                </a:moveTo>
                <a:lnTo>
                  <a:pt x="490952" y="817880"/>
                </a:lnTo>
                <a:lnTo>
                  <a:pt x="515471" y="808990"/>
                </a:lnTo>
                <a:lnTo>
                  <a:pt x="523482" y="805180"/>
                </a:lnTo>
                <a:lnTo>
                  <a:pt x="514099" y="781050"/>
                </a:lnTo>
                <a:lnTo>
                  <a:pt x="495595" y="735330"/>
                </a:lnTo>
                <a:lnTo>
                  <a:pt x="486284" y="711200"/>
                </a:lnTo>
                <a:lnTo>
                  <a:pt x="520058" y="711200"/>
                </a:lnTo>
                <a:lnTo>
                  <a:pt x="523484" y="720090"/>
                </a:lnTo>
                <a:lnTo>
                  <a:pt x="526266" y="726440"/>
                </a:lnTo>
                <a:lnTo>
                  <a:pt x="549356" y="786130"/>
                </a:lnTo>
                <a:lnTo>
                  <a:pt x="556925" y="805180"/>
                </a:lnTo>
                <a:lnTo>
                  <a:pt x="559234" y="814070"/>
                </a:lnTo>
                <a:lnTo>
                  <a:pt x="558694" y="817880"/>
                </a:lnTo>
                <a:close/>
              </a:path>
              <a:path w="864870" h="853440">
                <a:moveTo>
                  <a:pt x="483125" y="853440"/>
                </a:moveTo>
                <a:lnTo>
                  <a:pt x="475580" y="853440"/>
                </a:lnTo>
                <a:lnTo>
                  <a:pt x="469813" y="848360"/>
                </a:lnTo>
                <a:lnTo>
                  <a:pt x="464983" y="838200"/>
                </a:lnTo>
                <a:lnTo>
                  <a:pt x="455019" y="812800"/>
                </a:lnTo>
                <a:lnTo>
                  <a:pt x="445010" y="787400"/>
                </a:lnTo>
                <a:lnTo>
                  <a:pt x="435045" y="762000"/>
                </a:lnTo>
                <a:lnTo>
                  <a:pt x="425212" y="736600"/>
                </a:lnTo>
                <a:lnTo>
                  <a:pt x="424619" y="734060"/>
                </a:lnTo>
                <a:lnTo>
                  <a:pt x="423367" y="732790"/>
                </a:lnTo>
                <a:lnTo>
                  <a:pt x="419547" y="730250"/>
                </a:lnTo>
                <a:lnTo>
                  <a:pt x="417442" y="728980"/>
                </a:lnTo>
                <a:lnTo>
                  <a:pt x="455617" y="728980"/>
                </a:lnTo>
                <a:lnTo>
                  <a:pt x="463043" y="748030"/>
                </a:lnTo>
                <a:lnTo>
                  <a:pt x="490952" y="817880"/>
                </a:lnTo>
                <a:lnTo>
                  <a:pt x="558694" y="817880"/>
                </a:lnTo>
                <a:lnTo>
                  <a:pt x="558334" y="820420"/>
                </a:lnTo>
                <a:lnTo>
                  <a:pt x="554039" y="825500"/>
                </a:lnTo>
                <a:lnTo>
                  <a:pt x="546163" y="830580"/>
                </a:lnTo>
                <a:lnTo>
                  <a:pt x="493291" y="850900"/>
                </a:lnTo>
                <a:lnTo>
                  <a:pt x="483125" y="853440"/>
                </a:lnTo>
                <a:close/>
              </a:path>
            </a:pathLst>
          </a:custGeom>
          <a:solidFill>
            <a:srgbClr val="000000"/>
          </a:solidFill>
        </p:spPr>
        <p:txBody>
          <a:bodyPr wrap="square" lIns="0" tIns="0" rIns="0" bIns="0" rtlCol="0"/>
          <a:lstStyle/>
          <a:p>
            <a:endParaRPr/>
          </a:p>
        </p:txBody>
      </p:sp>
      <p:sp>
        <p:nvSpPr>
          <p:cNvPr id="34" name="bg object 34"/>
          <p:cNvSpPr/>
          <p:nvPr/>
        </p:nvSpPr>
        <p:spPr>
          <a:xfrm>
            <a:off x="13635273" y="6934813"/>
            <a:ext cx="933450" cy="894080"/>
          </a:xfrm>
          <a:custGeom>
            <a:avLst/>
            <a:gdLst/>
            <a:ahLst/>
            <a:cxnLst/>
            <a:rect l="l" t="t" r="r" b="b"/>
            <a:pathLst>
              <a:path w="933450" h="894079">
                <a:moveTo>
                  <a:pt x="263153" y="521969"/>
                </a:moveTo>
                <a:lnTo>
                  <a:pt x="210126" y="516889"/>
                </a:lnTo>
                <a:lnTo>
                  <a:pt x="160732" y="501649"/>
                </a:lnTo>
                <a:lnTo>
                  <a:pt x="116031" y="477519"/>
                </a:lnTo>
                <a:lnTo>
                  <a:pt x="77086" y="445769"/>
                </a:lnTo>
                <a:lnTo>
                  <a:pt x="44952" y="406399"/>
                </a:lnTo>
                <a:lnTo>
                  <a:pt x="20686" y="361949"/>
                </a:lnTo>
                <a:lnTo>
                  <a:pt x="5348" y="313689"/>
                </a:lnTo>
                <a:lnTo>
                  <a:pt x="0" y="260349"/>
                </a:lnTo>
                <a:lnTo>
                  <a:pt x="5348" y="208279"/>
                </a:lnTo>
                <a:lnTo>
                  <a:pt x="20686" y="158749"/>
                </a:lnTo>
                <a:lnTo>
                  <a:pt x="44952" y="114299"/>
                </a:lnTo>
                <a:lnTo>
                  <a:pt x="77086" y="76199"/>
                </a:lnTo>
                <a:lnTo>
                  <a:pt x="116022" y="44449"/>
                </a:lnTo>
                <a:lnTo>
                  <a:pt x="160723" y="20319"/>
                </a:lnTo>
                <a:lnTo>
                  <a:pt x="210123" y="5079"/>
                </a:lnTo>
                <a:lnTo>
                  <a:pt x="263153" y="0"/>
                </a:lnTo>
                <a:lnTo>
                  <a:pt x="316180" y="5079"/>
                </a:lnTo>
                <a:lnTo>
                  <a:pt x="365575" y="20319"/>
                </a:lnTo>
                <a:lnTo>
                  <a:pt x="382043" y="29209"/>
                </a:lnTo>
                <a:lnTo>
                  <a:pt x="263153" y="29209"/>
                </a:lnTo>
                <a:lnTo>
                  <a:pt x="216169" y="34289"/>
                </a:lnTo>
                <a:lnTo>
                  <a:pt x="172403" y="46989"/>
                </a:lnTo>
                <a:lnTo>
                  <a:pt x="132797" y="68579"/>
                </a:lnTo>
                <a:lnTo>
                  <a:pt x="98294" y="96519"/>
                </a:lnTo>
                <a:lnTo>
                  <a:pt x="69828" y="130809"/>
                </a:lnTo>
                <a:lnTo>
                  <a:pt x="48330" y="170179"/>
                </a:lnTo>
                <a:lnTo>
                  <a:pt x="34742" y="214629"/>
                </a:lnTo>
                <a:lnTo>
                  <a:pt x="30004" y="260349"/>
                </a:lnTo>
                <a:lnTo>
                  <a:pt x="34739" y="307339"/>
                </a:lnTo>
                <a:lnTo>
                  <a:pt x="48322" y="350519"/>
                </a:lnTo>
                <a:lnTo>
                  <a:pt x="69818" y="389889"/>
                </a:lnTo>
                <a:lnTo>
                  <a:pt x="98294" y="424179"/>
                </a:lnTo>
                <a:lnTo>
                  <a:pt x="132797" y="453389"/>
                </a:lnTo>
                <a:lnTo>
                  <a:pt x="172403" y="473709"/>
                </a:lnTo>
                <a:lnTo>
                  <a:pt x="216169" y="487679"/>
                </a:lnTo>
                <a:lnTo>
                  <a:pt x="263153" y="492759"/>
                </a:lnTo>
                <a:lnTo>
                  <a:pt x="382043" y="492759"/>
                </a:lnTo>
                <a:lnTo>
                  <a:pt x="365575" y="501649"/>
                </a:lnTo>
                <a:lnTo>
                  <a:pt x="316180" y="516889"/>
                </a:lnTo>
                <a:lnTo>
                  <a:pt x="263153" y="521969"/>
                </a:lnTo>
                <a:close/>
              </a:path>
              <a:path w="933450" h="894079">
                <a:moveTo>
                  <a:pt x="382043" y="492759"/>
                </a:moveTo>
                <a:lnTo>
                  <a:pt x="263153" y="492759"/>
                </a:lnTo>
                <a:lnTo>
                  <a:pt x="310137" y="487679"/>
                </a:lnTo>
                <a:lnTo>
                  <a:pt x="353903" y="473709"/>
                </a:lnTo>
                <a:lnTo>
                  <a:pt x="393509" y="453389"/>
                </a:lnTo>
                <a:lnTo>
                  <a:pt x="428012" y="424179"/>
                </a:lnTo>
                <a:lnTo>
                  <a:pt x="456478" y="389889"/>
                </a:lnTo>
                <a:lnTo>
                  <a:pt x="477976" y="350519"/>
                </a:lnTo>
                <a:lnTo>
                  <a:pt x="491564" y="307339"/>
                </a:lnTo>
                <a:lnTo>
                  <a:pt x="496303" y="260349"/>
                </a:lnTo>
                <a:lnTo>
                  <a:pt x="491564" y="214629"/>
                </a:lnTo>
                <a:lnTo>
                  <a:pt x="477976" y="170179"/>
                </a:lnTo>
                <a:lnTo>
                  <a:pt x="456478" y="130809"/>
                </a:lnTo>
                <a:lnTo>
                  <a:pt x="428012" y="96519"/>
                </a:lnTo>
                <a:lnTo>
                  <a:pt x="393509" y="68579"/>
                </a:lnTo>
                <a:lnTo>
                  <a:pt x="353903" y="46989"/>
                </a:lnTo>
                <a:lnTo>
                  <a:pt x="310137" y="34289"/>
                </a:lnTo>
                <a:lnTo>
                  <a:pt x="263153" y="29209"/>
                </a:lnTo>
                <a:lnTo>
                  <a:pt x="382043" y="29209"/>
                </a:lnTo>
                <a:lnTo>
                  <a:pt x="449220" y="76199"/>
                </a:lnTo>
                <a:lnTo>
                  <a:pt x="481354" y="114299"/>
                </a:lnTo>
                <a:lnTo>
                  <a:pt x="505621" y="158749"/>
                </a:lnTo>
                <a:lnTo>
                  <a:pt x="520958" y="208279"/>
                </a:lnTo>
                <a:lnTo>
                  <a:pt x="526307" y="260349"/>
                </a:lnTo>
                <a:lnTo>
                  <a:pt x="520958" y="313689"/>
                </a:lnTo>
                <a:lnTo>
                  <a:pt x="505621" y="361949"/>
                </a:lnTo>
                <a:lnTo>
                  <a:pt x="481354" y="406399"/>
                </a:lnTo>
                <a:lnTo>
                  <a:pt x="449220" y="445769"/>
                </a:lnTo>
                <a:lnTo>
                  <a:pt x="410275" y="477519"/>
                </a:lnTo>
                <a:lnTo>
                  <a:pt x="382043" y="492759"/>
                </a:lnTo>
                <a:close/>
              </a:path>
              <a:path w="933450" h="894079">
                <a:moveTo>
                  <a:pt x="278085" y="140969"/>
                </a:moveTo>
                <a:lnTo>
                  <a:pt x="248221" y="140969"/>
                </a:lnTo>
                <a:lnTo>
                  <a:pt x="248221" y="104139"/>
                </a:lnTo>
                <a:lnTo>
                  <a:pt x="254917" y="97789"/>
                </a:lnTo>
                <a:lnTo>
                  <a:pt x="271412" y="97789"/>
                </a:lnTo>
                <a:lnTo>
                  <a:pt x="278085" y="104139"/>
                </a:lnTo>
                <a:lnTo>
                  <a:pt x="278085" y="140969"/>
                </a:lnTo>
                <a:close/>
              </a:path>
              <a:path w="933450" h="894079">
                <a:moveTo>
                  <a:pt x="794389" y="297179"/>
                </a:moveTo>
                <a:lnTo>
                  <a:pt x="744407" y="297179"/>
                </a:lnTo>
                <a:lnTo>
                  <a:pt x="731094" y="275589"/>
                </a:lnTo>
                <a:lnTo>
                  <a:pt x="716139" y="256539"/>
                </a:lnTo>
                <a:lnTo>
                  <a:pt x="681693" y="219709"/>
                </a:lnTo>
                <a:lnTo>
                  <a:pt x="628250" y="181609"/>
                </a:lnTo>
                <a:lnTo>
                  <a:pt x="567300" y="156209"/>
                </a:lnTo>
                <a:lnTo>
                  <a:pt x="559367" y="153669"/>
                </a:lnTo>
                <a:lnTo>
                  <a:pt x="554911" y="144779"/>
                </a:lnTo>
                <a:lnTo>
                  <a:pt x="559694" y="129539"/>
                </a:lnTo>
                <a:lnTo>
                  <a:pt x="568046" y="125729"/>
                </a:lnTo>
                <a:lnTo>
                  <a:pt x="575956" y="128269"/>
                </a:lnTo>
                <a:lnTo>
                  <a:pt x="642914" y="156209"/>
                </a:lnTo>
                <a:lnTo>
                  <a:pt x="701595" y="198119"/>
                </a:lnTo>
                <a:lnTo>
                  <a:pt x="738006" y="236219"/>
                </a:lnTo>
                <a:lnTo>
                  <a:pt x="768206" y="279399"/>
                </a:lnTo>
                <a:lnTo>
                  <a:pt x="799147" y="279399"/>
                </a:lnTo>
                <a:lnTo>
                  <a:pt x="794389" y="297179"/>
                </a:lnTo>
                <a:close/>
              </a:path>
              <a:path w="933450" h="894079">
                <a:moveTo>
                  <a:pt x="334421" y="350519"/>
                </a:moveTo>
                <a:lnTo>
                  <a:pt x="278342" y="350519"/>
                </a:lnTo>
                <a:lnTo>
                  <a:pt x="285907" y="349249"/>
                </a:lnTo>
                <a:lnTo>
                  <a:pt x="292962" y="347979"/>
                </a:lnTo>
                <a:lnTo>
                  <a:pt x="316022" y="313689"/>
                </a:lnTo>
                <a:lnTo>
                  <a:pt x="315252" y="306069"/>
                </a:lnTo>
                <a:lnTo>
                  <a:pt x="285897" y="276859"/>
                </a:lnTo>
                <a:lnTo>
                  <a:pt x="278342" y="275589"/>
                </a:lnTo>
                <a:lnTo>
                  <a:pt x="247964" y="275589"/>
                </a:lnTo>
                <a:lnTo>
                  <a:pt x="234363" y="274319"/>
                </a:lnTo>
                <a:lnTo>
                  <a:pt x="200159" y="256539"/>
                </a:lnTo>
                <a:lnTo>
                  <a:pt x="181664" y="222249"/>
                </a:lnTo>
                <a:lnTo>
                  <a:pt x="180280" y="208279"/>
                </a:lnTo>
                <a:lnTo>
                  <a:pt x="181664" y="194309"/>
                </a:lnTo>
                <a:lnTo>
                  <a:pt x="210178" y="152399"/>
                </a:lnTo>
                <a:lnTo>
                  <a:pt x="247964" y="140969"/>
                </a:lnTo>
                <a:lnTo>
                  <a:pt x="278342" y="140969"/>
                </a:lnTo>
                <a:lnTo>
                  <a:pt x="316129" y="152399"/>
                </a:lnTo>
                <a:lnTo>
                  <a:pt x="334421" y="171449"/>
                </a:lnTo>
                <a:lnTo>
                  <a:pt x="240400" y="171449"/>
                </a:lnTo>
                <a:lnTo>
                  <a:pt x="233345" y="173989"/>
                </a:lnTo>
                <a:lnTo>
                  <a:pt x="210284" y="208279"/>
                </a:lnTo>
                <a:lnTo>
                  <a:pt x="211055" y="215899"/>
                </a:lnTo>
                <a:lnTo>
                  <a:pt x="240410" y="245109"/>
                </a:lnTo>
                <a:lnTo>
                  <a:pt x="247965" y="246379"/>
                </a:lnTo>
                <a:lnTo>
                  <a:pt x="278342" y="246379"/>
                </a:lnTo>
                <a:lnTo>
                  <a:pt x="291944" y="247649"/>
                </a:lnTo>
                <a:lnTo>
                  <a:pt x="326148" y="265429"/>
                </a:lnTo>
                <a:lnTo>
                  <a:pt x="344643" y="299719"/>
                </a:lnTo>
                <a:lnTo>
                  <a:pt x="346026" y="313689"/>
                </a:lnTo>
                <a:lnTo>
                  <a:pt x="344643" y="326389"/>
                </a:lnTo>
                <a:lnTo>
                  <a:pt x="340680" y="339089"/>
                </a:lnTo>
                <a:lnTo>
                  <a:pt x="334421" y="350519"/>
                </a:lnTo>
                <a:close/>
              </a:path>
              <a:path w="933450" h="894079">
                <a:moveTo>
                  <a:pt x="339306" y="223519"/>
                </a:moveTo>
                <a:lnTo>
                  <a:pt x="322741" y="223519"/>
                </a:lnTo>
                <a:lnTo>
                  <a:pt x="316022" y="217169"/>
                </a:lnTo>
                <a:lnTo>
                  <a:pt x="316022" y="208279"/>
                </a:lnTo>
                <a:lnTo>
                  <a:pt x="315252" y="200659"/>
                </a:lnTo>
                <a:lnTo>
                  <a:pt x="285897" y="171449"/>
                </a:lnTo>
                <a:lnTo>
                  <a:pt x="334421" y="171449"/>
                </a:lnTo>
                <a:lnTo>
                  <a:pt x="340680" y="182879"/>
                </a:lnTo>
                <a:lnTo>
                  <a:pt x="344642" y="194309"/>
                </a:lnTo>
                <a:lnTo>
                  <a:pt x="346026" y="208279"/>
                </a:lnTo>
                <a:lnTo>
                  <a:pt x="346026" y="217169"/>
                </a:lnTo>
                <a:lnTo>
                  <a:pt x="339306" y="223519"/>
                </a:lnTo>
                <a:close/>
              </a:path>
              <a:path w="933450" h="894079">
                <a:moveTo>
                  <a:pt x="799147" y="279399"/>
                </a:moveTo>
                <a:lnTo>
                  <a:pt x="768206" y="279399"/>
                </a:lnTo>
                <a:lnTo>
                  <a:pt x="779055" y="238759"/>
                </a:lnTo>
                <a:lnTo>
                  <a:pt x="781154" y="229869"/>
                </a:lnTo>
                <a:lnTo>
                  <a:pt x="789344" y="226059"/>
                </a:lnTo>
                <a:lnTo>
                  <a:pt x="805302" y="229869"/>
                </a:lnTo>
                <a:lnTo>
                  <a:pt x="810085" y="237489"/>
                </a:lnTo>
                <a:lnTo>
                  <a:pt x="807985" y="246379"/>
                </a:lnTo>
                <a:lnTo>
                  <a:pt x="799147" y="279399"/>
                </a:lnTo>
                <a:close/>
              </a:path>
              <a:path w="933450" h="894079">
                <a:moveTo>
                  <a:pt x="778611" y="334009"/>
                </a:moveTo>
                <a:lnTo>
                  <a:pt x="768835" y="334009"/>
                </a:lnTo>
                <a:lnTo>
                  <a:pt x="693102" y="314959"/>
                </a:lnTo>
                <a:lnTo>
                  <a:pt x="685123" y="312419"/>
                </a:lnTo>
                <a:lnTo>
                  <a:pt x="680340" y="304799"/>
                </a:lnTo>
                <a:lnTo>
                  <a:pt x="684539" y="288289"/>
                </a:lnTo>
                <a:lnTo>
                  <a:pt x="692729" y="283209"/>
                </a:lnTo>
                <a:lnTo>
                  <a:pt x="700708" y="285749"/>
                </a:lnTo>
                <a:lnTo>
                  <a:pt x="744407" y="297179"/>
                </a:lnTo>
                <a:lnTo>
                  <a:pt x="794389" y="297179"/>
                </a:lnTo>
                <a:lnTo>
                  <a:pt x="785891" y="328929"/>
                </a:lnTo>
                <a:lnTo>
                  <a:pt x="782671" y="331469"/>
                </a:lnTo>
                <a:lnTo>
                  <a:pt x="778611" y="334009"/>
                </a:lnTo>
                <a:close/>
              </a:path>
              <a:path w="933450" h="894079">
                <a:moveTo>
                  <a:pt x="278342" y="379729"/>
                </a:moveTo>
                <a:lnTo>
                  <a:pt x="247964" y="379729"/>
                </a:lnTo>
                <a:lnTo>
                  <a:pt x="234363" y="378459"/>
                </a:lnTo>
                <a:lnTo>
                  <a:pt x="200159" y="360679"/>
                </a:lnTo>
                <a:lnTo>
                  <a:pt x="181664" y="326389"/>
                </a:lnTo>
                <a:lnTo>
                  <a:pt x="180280" y="313689"/>
                </a:lnTo>
                <a:lnTo>
                  <a:pt x="180280" y="304799"/>
                </a:lnTo>
                <a:lnTo>
                  <a:pt x="187000" y="298449"/>
                </a:lnTo>
                <a:lnTo>
                  <a:pt x="203565" y="298449"/>
                </a:lnTo>
                <a:lnTo>
                  <a:pt x="210284" y="304799"/>
                </a:lnTo>
                <a:lnTo>
                  <a:pt x="210284" y="313689"/>
                </a:lnTo>
                <a:lnTo>
                  <a:pt x="211055" y="320039"/>
                </a:lnTo>
                <a:lnTo>
                  <a:pt x="240410" y="349249"/>
                </a:lnTo>
                <a:lnTo>
                  <a:pt x="247964" y="350519"/>
                </a:lnTo>
                <a:lnTo>
                  <a:pt x="334421" y="350519"/>
                </a:lnTo>
                <a:lnTo>
                  <a:pt x="326148" y="360679"/>
                </a:lnTo>
                <a:lnTo>
                  <a:pt x="316129" y="368299"/>
                </a:lnTo>
                <a:lnTo>
                  <a:pt x="304633" y="374649"/>
                </a:lnTo>
                <a:lnTo>
                  <a:pt x="291944" y="378459"/>
                </a:lnTo>
                <a:lnTo>
                  <a:pt x="278342" y="379729"/>
                </a:lnTo>
                <a:close/>
              </a:path>
              <a:path w="933450" h="894079">
                <a:moveTo>
                  <a:pt x="670098" y="894079"/>
                </a:moveTo>
                <a:lnTo>
                  <a:pt x="617070" y="888999"/>
                </a:lnTo>
                <a:lnTo>
                  <a:pt x="567676" y="873759"/>
                </a:lnTo>
                <a:lnTo>
                  <a:pt x="522976" y="849629"/>
                </a:lnTo>
                <a:lnTo>
                  <a:pt x="484030" y="817879"/>
                </a:lnTo>
                <a:lnTo>
                  <a:pt x="451896" y="779779"/>
                </a:lnTo>
                <a:lnTo>
                  <a:pt x="427630" y="735329"/>
                </a:lnTo>
                <a:lnTo>
                  <a:pt x="412292" y="685799"/>
                </a:lnTo>
                <a:lnTo>
                  <a:pt x="406944" y="633729"/>
                </a:lnTo>
                <a:lnTo>
                  <a:pt x="412292" y="580389"/>
                </a:lnTo>
                <a:lnTo>
                  <a:pt x="427630" y="532129"/>
                </a:lnTo>
                <a:lnTo>
                  <a:pt x="451896" y="487679"/>
                </a:lnTo>
                <a:lnTo>
                  <a:pt x="484030" y="448309"/>
                </a:lnTo>
                <a:lnTo>
                  <a:pt x="522976" y="416559"/>
                </a:lnTo>
                <a:lnTo>
                  <a:pt x="567676" y="392429"/>
                </a:lnTo>
                <a:lnTo>
                  <a:pt x="617070" y="377189"/>
                </a:lnTo>
                <a:lnTo>
                  <a:pt x="670098" y="372109"/>
                </a:lnTo>
                <a:lnTo>
                  <a:pt x="723125" y="377189"/>
                </a:lnTo>
                <a:lnTo>
                  <a:pt x="772519" y="392429"/>
                </a:lnTo>
                <a:lnTo>
                  <a:pt x="788987" y="401319"/>
                </a:lnTo>
                <a:lnTo>
                  <a:pt x="670121" y="401319"/>
                </a:lnTo>
                <a:lnTo>
                  <a:pt x="623137" y="406399"/>
                </a:lnTo>
                <a:lnTo>
                  <a:pt x="579371" y="420369"/>
                </a:lnTo>
                <a:lnTo>
                  <a:pt x="539765" y="440689"/>
                </a:lnTo>
                <a:lnTo>
                  <a:pt x="505262" y="469899"/>
                </a:lnTo>
                <a:lnTo>
                  <a:pt x="476796" y="504189"/>
                </a:lnTo>
                <a:lnTo>
                  <a:pt x="455298" y="543559"/>
                </a:lnTo>
                <a:lnTo>
                  <a:pt x="441710" y="586739"/>
                </a:lnTo>
                <a:lnTo>
                  <a:pt x="436971" y="633729"/>
                </a:lnTo>
                <a:lnTo>
                  <a:pt x="441710" y="679449"/>
                </a:lnTo>
                <a:lnTo>
                  <a:pt x="455298" y="723899"/>
                </a:lnTo>
                <a:lnTo>
                  <a:pt x="476796" y="763269"/>
                </a:lnTo>
                <a:lnTo>
                  <a:pt x="505262" y="797559"/>
                </a:lnTo>
                <a:lnTo>
                  <a:pt x="539765" y="825499"/>
                </a:lnTo>
                <a:lnTo>
                  <a:pt x="579371" y="847089"/>
                </a:lnTo>
                <a:lnTo>
                  <a:pt x="623137" y="859789"/>
                </a:lnTo>
                <a:lnTo>
                  <a:pt x="670121" y="864869"/>
                </a:lnTo>
                <a:lnTo>
                  <a:pt x="788987" y="864869"/>
                </a:lnTo>
                <a:lnTo>
                  <a:pt x="772519" y="873759"/>
                </a:lnTo>
                <a:lnTo>
                  <a:pt x="723125" y="888999"/>
                </a:lnTo>
                <a:lnTo>
                  <a:pt x="670098" y="894079"/>
                </a:lnTo>
                <a:close/>
              </a:path>
              <a:path w="933450" h="894079">
                <a:moveTo>
                  <a:pt x="271389" y="424179"/>
                </a:moveTo>
                <a:lnTo>
                  <a:pt x="254894" y="424179"/>
                </a:lnTo>
                <a:lnTo>
                  <a:pt x="248221" y="417829"/>
                </a:lnTo>
                <a:lnTo>
                  <a:pt x="248221" y="379729"/>
                </a:lnTo>
                <a:lnTo>
                  <a:pt x="278085" y="379729"/>
                </a:lnTo>
                <a:lnTo>
                  <a:pt x="278085" y="417829"/>
                </a:lnTo>
                <a:lnTo>
                  <a:pt x="271389" y="424179"/>
                </a:lnTo>
                <a:close/>
              </a:path>
              <a:path w="933450" h="894079">
                <a:moveTo>
                  <a:pt x="788987" y="864869"/>
                </a:moveTo>
                <a:lnTo>
                  <a:pt x="670121" y="864869"/>
                </a:lnTo>
                <a:lnTo>
                  <a:pt x="717105" y="859789"/>
                </a:lnTo>
                <a:lnTo>
                  <a:pt x="760871" y="847089"/>
                </a:lnTo>
                <a:lnTo>
                  <a:pt x="800477" y="825499"/>
                </a:lnTo>
                <a:lnTo>
                  <a:pt x="834980" y="797559"/>
                </a:lnTo>
                <a:lnTo>
                  <a:pt x="863443" y="763269"/>
                </a:lnTo>
                <a:lnTo>
                  <a:pt x="884935" y="723899"/>
                </a:lnTo>
                <a:lnTo>
                  <a:pt x="898522" y="679449"/>
                </a:lnTo>
                <a:lnTo>
                  <a:pt x="903270" y="633729"/>
                </a:lnTo>
                <a:lnTo>
                  <a:pt x="898532" y="586739"/>
                </a:lnTo>
                <a:lnTo>
                  <a:pt x="884944" y="543559"/>
                </a:lnTo>
                <a:lnTo>
                  <a:pt x="863446" y="504189"/>
                </a:lnTo>
                <a:lnTo>
                  <a:pt x="834980" y="469899"/>
                </a:lnTo>
                <a:lnTo>
                  <a:pt x="800477" y="440689"/>
                </a:lnTo>
                <a:lnTo>
                  <a:pt x="760871" y="420369"/>
                </a:lnTo>
                <a:lnTo>
                  <a:pt x="717105" y="406399"/>
                </a:lnTo>
                <a:lnTo>
                  <a:pt x="670121" y="401319"/>
                </a:lnTo>
                <a:lnTo>
                  <a:pt x="788987" y="401319"/>
                </a:lnTo>
                <a:lnTo>
                  <a:pt x="856165" y="448309"/>
                </a:lnTo>
                <a:lnTo>
                  <a:pt x="888299" y="487679"/>
                </a:lnTo>
                <a:lnTo>
                  <a:pt x="912565" y="532129"/>
                </a:lnTo>
                <a:lnTo>
                  <a:pt x="927903" y="580389"/>
                </a:lnTo>
                <a:lnTo>
                  <a:pt x="933251" y="633729"/>
                </a:lnTo>
                <a:lnTo>
                  <a:pt x="927903" y="685799"/>
                </a:lnTo>
                <a:lnTo>
                  <a:pt x="912565" y="735329"/>
                </a:lnTo>
                <a:lnTo>
                  <a:pt x="888299" y="779779"/>
                </a:lnTo>
                <a:lnTo>
                  <a:pt x="856165" y="817879"/>
                </a:lnTo>
                <a:lnTo>
                  <a:pt x="817219" y="849629"/>
                </a:lnTo>
                <a:lnTo>
                  <a:pt x="788987" y="864869"/>
                </a:lnTo>
                <a:close/>
              </a:path>
              <a:path w="933450" h="894079">
                <a:moveTo>
                  <a:pt x="633701" y="547369"/>
                </a:moveTo>
                <a:lnTo>
                  <a:pt x="603720" y="547369"/>
                </a:lnTo>
                <a:lnTo>
                  <a:pt x="603720" y="537209"/>
                </a:lnTo>
                <a:lnTo>
                  <a:pt x="615108" y="500379"/>
                </a:lnTo>
                <a:lnTo>
                  <a:pt x="656776" y="472439"/>
                </a:lnTo>
                <a:lnTo>
                  <a:pt x="670121" y="471169"/>
                </a:lnTo>
                <a:lnTo>
                  <a:pt x="683466" y="472439"/>
                </a:lnTo>
                <a:lnTo>
                  <a:pt x="695914" y="476249"/>
                </a:lnTo>
                <a:lnTo>
                  <a:pt x="707189" y="482599"/>
                </a:lnTo>
                <a:lnTo>
                  <a:pt x="717017" y="490219"/>
                </a:lnTo>
                <a:lnTo>
                  <a:pt x="717880" y="491489"/>
                </a:lnTo>
                <a:lnTo>
                  <a:pt x="724671" y="500379"/>
                </a:lnTo>
                <a:lnTo>
                  <a:pt x="670098" y="500379"/>
                </a:lnTo>
                <a:lnTo>
                  <a:pt x="662800" y="501649"/>
                </a:lnTo>
                <a:lnTo>
                  <a:pt x="634445" y="529589"/>
                </a:lnTo>
                <a:lnTo>
                  <a:pt x="633701" y="537209"/>
                </a:lnTo>
                <a:lnTo>
                  <a:pt x="633701" y="547369"/>
                </a:lnTo>
                <a:close/>
              </a:path>
              <a:path w="933450" h="894079">
                <a:moveTo>
                  <a:pt x="736498" y="547369"/>
                </a:moveTo>
                <a:lnTo>
                  <a:pt x="706494" y="547369"/>
                </a:lnTo>
                <a:lnTo>
                  <a:pt x="706494" y="537209"/>
                </a:lnTo>
                <a:lnTo>
                  <a:pt x="705800" y="529589"/>
                </a:lnTo>
                <a:lnTo>
                  <a:pt x="703805" y="523239"/>
                </a:lnTo>
                <a:lnTo>
                  <a:pt x="700648" y="516889"/>
                </a:lnTo>
                <a:lnTo>
                  <a:pt x="696462" y="511809"/>
                </a:lnTo>
                <a:lnTo>
                  <a:pt x="695785" y="511809"/>
                </a:lnTo>
                <a:lnTo>
                  <a:pt x="690390" y="506729"/>
                </a:lnTo>
                <a:lnTo>
                  <a:pt x="684210" y="504189"/>
                </a:lnTo>
                <a:lnTo>
                  <a:pt x="677395" y="501649"/>
                </a:lnTo>
                <a:lnTo>
                  <a:pt x="670098" y="500379"/>
                </a:lnTo>
                <a:lnTo>
                  <a:pt x="724671" y="500379"/>
                </a:lnTo>
                <a:lnTo>
                  <a:pt x="725642" y="501649"/>
                </a:lnTo>
                <a:lnTo>
                  <a:pt x="731503" y="511809"/>
                </a:lnTo>
                <a:lnTo>
                  <a:pt x="735207" y="524509"/>
                </a:lnTo>
                <a:lnTo>
                  <a:pt x="736498" y="537209"/>
                </a:lnTo>
                <a:lnTo>
                  <a:pt x="736498" y="547369"/>
                </a:lnTo>
                <a:close/>
              </a:path>
              <a:path w="933450" h="894079">
                <a:moveTo>
                  <a:pt x="783021" y="795019"/>
                </a:moveTo>
                <a:lnTo>
                  <a:pt x="557197" y="795019"/>
                </a:lnTo>
                <a:lnTo>
                  <a:pt x="550478" y="788669"/>
                </a:lnTo>
                <a:lnTo>
                  <a:pt x="550478" y="553719"/>
                </a:lnTo>
                <a:lnTo>
                  <a:pt x="557197" y="547369"/>
                </a:lnTo>
                <a:lnTo>
                  <a:pt x="783021" y="547369"/>
                </a:lnTo>
                <a:lnTo>
                  <a:pt x="789740" y="553719"/>
                </a:lnTo>
                <a:lnTo>
                  <a:pt x="789740" y="576579"/>
                </a:lnTo>
                <a:lnTo>
                  <a:pt x="580482" y="576579"/>
                </a:lnTo>
                <a:lnTo>
                  <a:pt x="580482" y="765809"/>
                </a:lnTo>
                <a:lnTo>
                  <a:pt x="789740" y="765809"/>
                </a:lnTo>
                <a:lnTo>
                  <a:pt x="789740" y="788669"/>
                </a:lnTo>
                <a:lnTo>
                  <a:pt x="783021" y="795019"/>
                </a:lnTo>
                <a:close/>
              </a:path>
              <a:path w="933450" h="894079">
                <a:moveTo>
                  <a:pt x="143907" y="668019"/>
                </a:moveTo>
                <a:lnTo>
                  <a:pt x="127948" y="664209"/>
                </a:lnTo>
                <a:lnTo>
                  <a:pt x="123165" y="656589"/>
                </a:lnTo>
                <a:lnTo>
                  <a:pt x="125265" y="647699"/>
                </a:lnTo>
                <a:lnTo>
                  <a:pt x="147360" y="565149"/>
                </a:lnTo>
                <a:lnTo>
                  <a:pt x="150580" y="562609"/>
                </a:lnTo>
                <a:lnTo>
                  <a:pt x="154639" y="560069"/>
                </a:lnTo>
                <a:lnTo>
                  <a:pt x="164415" y="560069"/>
                </a:lnTo>
                <a:lnTo>
                  <a:pt x="240148" y="579119"/>
                </a:lnTo>
                <a:lnTo>
                  <a:pt x="248128" y="581659"/>
                </a:lnTo>
                <a:lnTo>
                  <a:pt x="252911" y="589279"/>
                </a:lnTo>
                <a:lnTo>
                  <a:pt x="250972" y="596899"/>
                </a:lnTo>
                <a:lnTo>
                  <a:pt x="188843" y="596899"/>
                </a:lnTo>
                <a:lnTo>
                  <a:pt x="199807" y="614679"/>
                </a:lnTo>
                <a:lnTo>
                  <a:pt x="165045" y="614679"/>
                </a:lnTo>
                <a:lnTo>
                  <a:pt x="154196" y="655319"/>
                </a:lnTo>
                <a:lnTo>
                  <a:pt x="152096" y="664209"/>
                </a:lnTo>
                <a:lnTo>
                  <a:pt x="143907" y="668019"/>
                </a:lnTo>
                <a:close/>
              </a:path>
              <a:path w="933450" h="894079">
                <a:moveTo>
                  <a:pt x="627005" y="617219"/>
                </a:moveTo>
                <a:lnTo>
                  <a:pt x="610439" y="617219"/>
                </a:lnTo>
                <a:lnTo>
                  <a:pt x="603720" y="609599"/>
                </a:lnTo>
                <a:lnTo>
                  <a:pt x="603720" y="576579"/>
                </a:lnTo>
                <a:lnTo>
                  <a:pt x="633724" y="576579"/>
                </a:lnTo>
                <a:lnTo>
                  <a:pt x="633724" y="609599"/>
                </a:lnTo>
                <a:lnTo>
                  <a:pt x="627005" y="617219"/>
                </a:lnTo>
                <a:close/>
              </a:path>
              <a:path w="933450" h="894079">
                <a:moveTo>
                  <a:pt x="729802" y="617219"/>
                </a:moveTo>
                <a:lnTo>
                  <a:pt x="713237" y="617219"/>
                </a:lnTo>
                <a:lnTo>
                  <a:pt x="706518" y="609599"/>
                </a:lnTo>
                <a:lnTo>
                  <a:pt x="706518" y="576579"/>
                </a:lnTo>
                <a:lnTo>
                  <a:pt x="736522" y="576579"/>
                </a:lnTo>
                <a:lnTo>
                  <a:pt x="736522" y="609599"/>
                </a:lnTo>
                <a:lnTo>
                  <a:pt x="729802" y="617219"/>
                </a:lnTo>
                <a:close/>
              </a:path>
              <a:path w="933450" h="894079">
                <a:moveTo>
                  <a:pt x="789740" y="765809"/>
                </a:moveTo>
                <a:lnTo>
                  <a:pt x="759760" y="765809"/>
                </a:lnTo>
                <a:lnTo>
                  <a:pt x="759760" y="576579"/>
                </a:lnTo>
                <a:lnTo>
                  <a:pt x="789740" y="576579"/>
                </a:lnTo>
                <a:lnTo>
                  <a:pt x="789740" y="765809"/>
                </a:lnTo>
                <a:close/>
              </a:path>
              <a:path w="933450" h="894079">
                <a:moveTo>
                  <a:pt x="240522" y="610869"/>
                </a:moveTo>
                <a:lnTo>
                  <a:pt x="232542" y="608329"/>
                </a:lnTo>
                <a:lnTo>
                  <a:pt x="188843" y="596899"/>
                </a:lnTo>
                <a:lnTo>
                  <a:pt x="250972" y="596899"/>
                </a:lnTo>
                <a:lnTo>
                  <a:pt x="248711" y="605789"/>
                </a:lnTo>
                <a:lnTo>
                  <a:pt x="240522" y="610869"/>
                </a:lnTo>
                <a:close/>
              </a:path>
              <a:path w="933450" h="894079">
                <a:moveTo>
                  <a:pt x="365204" y="768349"/>
                </a:moveTo>
                <a:lnTo>
                  <a:pt x="322909" y="754379"/>
                </a:lnTo>
                <a:lnTo>
                  <a:pt x="259834" y="718819"/>
                </a:lnTo>
                <a:lnTo>
                  <a:pt x="212721" y="678179"/>
                </a:lnTo>
                <a:lnTo>
                  <a:pt x="179321" y="637539"/>
                </a:lnTo>
                <a:lnTo>
                  <a:pt x="165045" y="614679"/>
                </a:lnTo>
                <a:lnTo>
                  <a:pt x="199807" y="614679"/>
                </a:lnTo>
                <a:lnTo>
                  <a:pt x="202156" y="618489"/>
                </a:lnTo>
                <a:lnTo>
                  <a:pt x="217112" y="637539"/>
                </a:lnTo>
                <a:lnTo>
                  <a:pt x="251557" y="674369"/>
                </a:lnTo>
                <a:lnTo>
                  <a:pt x="305001" y="712469"/>
                </a:lnTo>
                <a:lnTo>
                  <a:pt x="365951" y="737869"/>
                </a:lnTo>
                <a:lnTo>
                  <a:pt x="373883" y="740409"/>
                </a:lnTo>
                <a:lnTo>
                  <a:pt x="378340" y="748029"/>
                </a:lnTo>
                <a:lnTo>
                  <a:pt x="375937" y="756919"/>
                </a:lnTo>
                <a:lnTo>
                  <a:pt x="373557" y="764539"/>
                </a:lnTo>
                <a:lnTo>
                  <a:pt x="365204" y="768349"/>
                </a:lnTo>
                <a:close/>
              </a:path>
            </a:pathLst>
          </a:custGeom>
          <a:solidFill>
            <a:srgbClr val="000000"/>
          </a:solidFill>
        </p:spPr>
        <p:txBody>
          <a:bodyPr wrap="square" lIns="0" tIns="0" rIns="0" bIns="0" rtlCol="0"/>
          <a:lstStyle/>
          <a:p>
            <a:endParaRPr/>
          </a:p>
        </p:txBody>
      </p:sp>
      <p:pic>
        <p:nvPicPr>
          <p:cNvPr id="35" name="bg object 35"/>
          <p:cNvPicPr/>
          <p:nvPr/>
        </p:nvPicPr>
        <p:blipFill>
          <a:blip r:embed="rId9" cstate="print"/>
          <a:stretch>
            <a:fillRect/>
          </a:stretch>
        </p:blipFill>
        <p:spPr>
          <a:xfrm>
            <a:off x="13895038" y="4413905"/>
            <a:ext cx="760522" cy="744219"/>
          </a:xfrm>
          <a:prstGeom prst="rect">
            <a:avLst/>
          </a:prstGeom>
        </p:spPr>
      </p:pic>
      <p:pic>
        <p:nvPicPr>
          <p:cNvPr id="36" name="bg object 36"/>
          <p:cNvPicPr/>
          <p:nvPr/>
        </p:nvPicPr>
        <p:blipFill>
          <a:blip r:embed="rId10" cstate="print"/>
          <a:stretch>
            <a:fillRect/>
          </a:stretch>
        </p:blipFill>
        <p:spPr>
          <a:xfrm>
            <a:off x="9621380" y="4304350"/>
            <a:ext cx="884473" cy="885189"/>
          </a:xfrm>
          <a:prstGeom prst="rect">
            <a:avLst/>
          </a:prstGeom>
        </p:spPr>
      </p:pic>
      <p:pic>
        <p:nvPicPr>
          <p:cNvPr id="37" name="bg object 37"/>
          <p:cNvPicPr/>
          <p:nvPr/>
        </p:nvPicPr>
        <p:blipFill>
          <a:blip r:embed="rId11" cstate="print"/>
          <a:stretch>
            <a:fillRect/>
          </a:stretch>
        </p:blipFill>
        <p:spPr>
          <a:xfrm>
            <a:off x="11014176" y="7031893"/>
            <a:ext cx="763427" cy="753110"/>
          </a:xfrm>
          <a:prstGeom prst="rect">
            <a:avLst/>
          </a:prstGeom>
        </p:spPr>
      </p:pic>
      <p:pic>
        <p:nvPicPr>
          <p:cNvPr id="38" name="bg object 38"/>
          <p:cNvPicPr/>
          <p:nvPr/>
        </p:nvPicPr>
        <p:blipFill>
          <a:blip r:embed="rId12" cstate="print"/>
          <a:stretch>
            <a:fillRect/>
          </a:stretch>
        </p:blipFill>
        <p:spPr>
          <a:xfrm>
            <a:off x="7967812" y="8358894"/>
            <a:ext cx="1432261" cy="866140"/>
          </a:xfrm>
          <a:prstGeom prst="rect">
            <a:avLst/>
          </a:prstGeom>
        </p:spPr>
      </p:pic>
      <p:sp>
        <p:nvSpPr>
          <p:cNvPr id="39" name="bg object 39"/>
          <p:cNvSpPr/>
          <p:nvPr/>
        </p:nvSpPr>
        <p:spPr>
          <a:xfrm>
            <a:off x="5241031" y="5665856"/>
            <a:ext cx="788670" cy="770890"/>
          </a:xfrm>
          <a:custGeom>
            <a:avLst/>
            <a:gdLst/>
            <a:ahLst/>
            <a:cxnLst/>
            <a:rect l="l" t="t" r="r" b="b"/>
            <a:pathLst>
              <a:path w="788670" h="770889">
                <a:moveTo>
                  <a:pt x="754241" y="770890"/>
                </a:moveTo>
                <a:lnTo>
                  <a:pt x="33895" y="770890"/>
                </a:lnTo>
                <a:lnTo>
                  <a:pt x="28910" y="769620"/>
                </a:lnTo>
                <a:lnTo>
                  <a:pt x="990" y="741680"/>
                </a:lnTo>
                <a:lnTo>
                  <a:pt x="0" y="736600"/>
                </a:lnTo>
                <a:lnTo>
                  <a:pt x="1" y="33020"/>
                </a:lnTo>
                <a:lnTo>
                  <a:pt x="992" y="27940"/>
                </a:lnTo>
                <a:lnTo>
                  <a:pt x="4958" y="19050"/>
                </a:lnTo>
                <a:lnTo>
                  <a:pt x="7782" y="13970"/>
                </a:lnTo>
                <a:lnTo>
                  <a:pt x="15110" y="7620"/>
                </a:lnTo>
                <a:lnTo>
                  <a:pt x="19336" y="3810"/>
                </a:lnTo>
                <a:lnTo>
                  <a:pt x="28911" y="0"/>
                </a:lnTo>
                <a:lnTo>
                  <a:pt x="49244" y="0"/>
                </a:lnTo>
                <a:lnTo>
                  <a:pt x="58819" y="3810"/>
                </a:lnTo>
                <a:lnTo>
                  <a:pt x="63045" y="7620"/>
                </a:lnTo>
                <a:lnTo>
                  <a:pt x="70374" y="13970"/>
                </a:lnTo>
                <a:lnTo>
                  <a:pt x="73197" y="19050"/>
                </a:lnTo>
                <a:lnTo>
                  <a:pt x="36547" y="19050"/>
                </a:lnTo>
                <a:lnTo>
                  <a:pt x="34113" y="20320"/>
                </a:lnTo>
                <a:lnTo>
                  <a:pt x="19990" y="35560"/>
                </a:lnTo>
                <a:lnTo>
                  <a:pt x="19997" y="734060"/>
                </a:lnTo>
                <a:lnTo>
                  <a:pt x="20487" y="736600"/>
                </a:lnTo>
                <a:lnTo>
                  <a:pt x="22429" y="741680"/>
                </a:lnTo>
                <a:lnTo>
                  <a:pt x="23809" y="742950"/>
                </a:lnTo>
                <a:lnTo>
                  <a:pt x="27386" y="746760"/>
                </a:lnTo>
                <a:lnTo>
                  <a:pt x="29447" y="748030"/>
                </a:lnTo>
                <a:lnTo>
                  <a:pt x="34117" y="750570"/>
                </a:lnTo>
                <a:lnTo>
                  <a:pt x="783674" y="750570"/>
                </a:lnTo>
                <a:lnTo>
                  <a:pt x="783178" y="751840"/>
                </a:lnTo>
                <a:lnTo>
                  <a:pt x="780354" y="755650"/>
                </a:lnTo>
                <a:lnTo>
                  <a:pt x="773026" y="763270"/>
                </a:lnTo>
                <a:lnTo>
                  <a:pt x="768800" y="765810"/>
                </a:lnTo>
                <a:lnTo>
                  <a:pt x="759225" y="769620"/>
                </a:lnTo>
                <a:lnTo>
                  <a:pt x="754241" y="770890"/>
                </a:lnTo>
                <a:close/>
              </a:path>
              <a:path w="788670" h="770889">
                <a:moveTo>
                  <a:pt x="783674" y="750570"/>
                </a:moveTo>
                <a:lnTo>
                  <a:pt x="754025" y="750570"/>
                </a:lnTo>
                <a:lnTo>
                  <a:pt x="758702" y="748030"/>
                </a:lnTo>
                <a:lnTo>
                  <a:pt x="760766" y="746760"/>
                </a:lnTo>
                <a:lnTo>
                  <a:pt x="764346" y="742950"/>
                </a:lnTo>
                <a:lnTo>
                  <a:pt x="765726" y="741680"/>
                </a:lnTo>
                <a:lnTo>
                  <a:pt x="767663" y="736600"/>
                </a:lnTo>
                <a:lnTo>
                  <a:pt x="768147" y="734060"/>
                </a:lnTo>
                <a:lnTo>
                  <a:pt x="768147" y="728980"/>
                </a:lnTo>
                <a:lnTo>
                  <a:pt x="767663" y="726440"/>
                </a:lnTo>
                <a:lnTo>
                  <a:pt x="765726" y="721360"/>
                </a:lnTo>
                <a:lnTo>
                  <a:pt x="764346" y="720090"/>
                </a:lnTo>
                <a:lnTo>
                  <a:pt x="760767" y="716280"/>
                </a:lnTo>
                <a:lnTo>
                  <a:pt x="758702" y="715010"/>
                </a:lnTo>
                <a:lnTo>
                  <a:pt x="754025" y="712470"/>
                </a:lnTo>
                <a:lnTo>
                  <a:pt x="58167" y="712470"/>
                </a:lnTo>
                <a:lnTo>
                  <a:pt x="58165" y="35560"/>
                </a:lnTo>
                <a:lnTo>
                  <a:pt x="44043" y="20320"/>
                </a:lnTo>
                <a:lnTo>
                  <a:pt x="41608" y="19050"/>
                </a:lnTo>
                <a:lnTo>
                  <a:pt x="73197" y="19050"/>
                </a:lnTo>
                <a:lnTo>
                  <a:pt x="77163" y="27940"/>
                </a:lnTo>
                <a:lnTo>
                  <a:pt x="78155" y="33020"/>
                </a:lnTo>
                <a:lnTo>
                  <a:pt x="78155" y="692150"/>
                </a:lnTo>
                <a:lnTo>
                  <a:pt x="754241" y="692150"/>
                </a:lnTo>
                <a:lnTo>
                  <a:pt x="787144" y="721360"/>
                </a:lnTo>
                <a:lnTo>
                  <a:pt x="788136" y="726440"/>
                </a:lnTo>
                <a:lnTo>
                  <a:pt x="788136" y="736600"/>
                </a:lnTo>
                <a:lnTo>
                  <a:pt x="787144" y="741680"/>
                </a:lnTo>
                <a:lnTo>
                  <a:pt x="783674" y="750570"/>
                </a:lnTo>
                <a:close/>
              </a:path>
              <a:path w="788670" h="770889">
                <a:moveTo>
                  <a:pt x="228963" y="652780"/>
                </a:moveTo>
                <a:lnTo>
                  <a:pt x="150393" y="652780"/>
                </a:lnTo>
                <a:lnTo>
                  <a:pt x="146732" y="651510"/>
                </a:lnTo>
                <a:lnTo>
                  <a:pt x="125491" y="88900"/>
                </a:lnTo>
                <a:lnTo>
                  <a:pt x="126221" y="85090"/>
                </a:lnTo>
                <a:lnTo>
                  <a:pt x="150375" y="63500"/>
                </a:lnTo>
                <a:lnTo>
                  <a:pt x="228945" y="63500"/>
                </a:lnTo>
                <a:lnTo>
                  <a:pt x="252630" y="83820"/>
                </a:lnTo>
                <a:lnTo>
                  <a:pt x="151791" y="83820"/>
                </a:lnTo>
                <a:lnTo>
                  <a:pt x="149735" y="85090"/>
                </a:lnTo>
                <a:lnTo>
                  <a:pt x="146330" y="87630"/>
                </a:lnTo>
                <a:lnTo>
                  <a:pt x="145478" y="90170"/>
                </a:lnTo>
                <a:lnTo>
                  <a:pt x="145458" y="626110"/>
                </a:lnTo>
                <a:lnTo>
                  <a:pt x="146311" y="627380"/>
                </a:lnTo>
                <a:lnTo>
                  <a:pt x="149716" y="631190"/>
                </a:lnTo>
                <a:lnTo>
                  <a:pt x="151772" y="632460"/>
                </a:lnTo>
                <a:lnTo>
                  <a:pt x="252534" y="632460"/>
                </a:lnTo>
                <a:lnTo>
                  <a:pt x="250202" y="637540"/>
                </a:lnTo>
                <a:lnTo>
                  <a:pt x="248129" y="641350"/>
                </a:lnTo>
                <a:lnTo>
                  <a:pt x="242750" y="646430"/>
                </a:lnTo>
                <a:lnTo>
                  <a:pt x="239649" y="648970"/>
                </a:lnTo>
                <a:lnTo>
                  <a:pt x="232622" y="651510"/>
                </a:lnTo>
                <a:lnTo>
                  <a:pt x="228963" y="652780"/>
                </a:lnTo>
                <a:close/>
              </a:path>
              <a:path w="788670" h="770889">
                <a:moveTo>
                  <a:pt x="252534" y="632460"/>
                </a:moveTo>
                <a:lnTo>
                  <a:pt x="227546" y="632460"/>
                </a:lnTo>
                <a:lnTo>
                  <a:pt x="229602" y="631190"/>
                </a:lnTo>
                <a:lnTo>
                  <a:pt x="233007" y="627380"/>
                </a:lnTo>
                <a:lnTo>
                  <a:pt x="233860" y="626110"/>
                </a:lnTo>
                <a:lnTo>
                  <a:pt x="233860" y="90170"/>
                </a:lnTo>
                <a:lnTo>
                  <a:pt x="233010" y="87630"/>
                </a:lnTo>
                <a:lnTo>
                  <a:pt x="229614" y="85090"/>
                </a:lnTo>
                <a:lnTo>
                  <a:pt x="227563" y="83820"/>
                </a:lnTo>
                <a:lnTo>
                  <a:pt x="252630" y="83820"/>
                </a:lnTo>
                <a:lnTo>
                  <a:pt x="253116" y="85090"/>
                </a:lnTo>
                <a:lnTo>
                  <a:pt x="253847" y="88900"/>
                </a:lnTo>
                <a:lnTo>
                  <a:pt x="253847" y="627380"/>
                </a:lnTo>
                <a:lnTo>
                  <a:pt x="253116" y="631190"/>
                </a:lnTo>
                <a:lnTo>
                  <a:pt x="252534" y="632460"/>
                </a:lnTo>
                <a:close/>
              </a:path>
              <a:path w="788670" h="770889">
                <a:moveTo>
                  <a:pt x="401033" y="652780"/>
                </a:moveTo>
                <a:lnTo>
                  <a:pt x="322462" y="652780"/>
                </a:lnTo>
                <a:lnTo>
                  <a:pt x="318801" y="651510"/>
                </a:lnTo>
                <a:lnTo>
                  <a:pt x="297559" y="627380"/>
                </a:lnTo>
                <a:lnTo>
                  <a:pt x="297559" y="181610"/>
                </a:lnTo>
                <a:lnTo>
                  <a:pt x="322462" y="156210"/>
                </a:lnTo>
                <a:lnTo>
                  <a:pt x="401034" y="156210"/>
                </a:lnTo>
                <a:lnTo>
                  <a:pt x="424728" y="176530"/>
                </a:lnTo>
                <a:lnTo>
                  <a:pt x="323859" y="176530"/>
                </a:lnTo>
                <a:lnTo>
                  <a:pt x="321804" y="177800"/>
                </a:lnTo>
                <a:lnTo>
                  <a:pt x="318399" y="180340"/>
                </a:lnTo>
                <a:lnTo>
                  <a:pt x="317546" y="182880"/>
                </a:lnTo>
                <a:lnTo>
                  <a:pt x="317546" y="626110"/>
                </a:lnTo>
                <a:lnTo>
                  <a:pt x="318399" y="627380"/>
                </a:lnTo>
                <a:lnTo>
                  <a:pt x="321805" y="631190"/>
                </a:lnTo>
                <a:lnTo>
                  <a:pt x="323860" y="632460"/>
                </a:lnTo>
                <a:lnTo>
                  <a:pt x="424628" y="632460"/>
                </a:lnTo>
                <a:lnTo>
                  <a:pt x="422293" y="637540"/>
                </a:lnTo>
                <a:lnTo>
                  <a:pt x="420217" y="641350"/>
                </a:lnTo>
                <a:lnTo>
                  <a:pt x="414832" y="646430"/>
                </a:lnTo>
                <a:lnTo>
                  <a:pt x="411728" y="648970"/>
                </a:lnTo>
                <a:lnTo>
                  <a:pt x="404695" y="651510"/>
                </a:lnTo>
                <a:lnTo>
                  <a:pt x="401033" y="652780"/>
                </a:lnTo>
                <a:close/>
              </a:path>
              <a:path w="788670" h="770889">
                <a:moveTo>
                  <a:pt x="424628" y="632460"/>
                </a:moveTo>
                <a:lnTo>
                  <a:pt x="399635" y="632460"/>
                </a:lnTo>
                <a:lnTo>
                  <a:pt x="401692" y="631190"/>
                </a:lnTo>
                <a:lnTo>
                  <a:pt x="405101" y="627380"/>
                </a:lnTo>
                <a:lnTo>
                  <a:pt x="405956" y="626110"/>
                </a:lnTo>
                <a:lnTo>
                  <a:pt x="405959" y="182880"/>
                </a:lnTo>
                <a:lnTo>
                  <a:pt x="405105" y="180340"/>
                </a:lnTo>
                <a:lnTo>
                  <a:pt x="401695" y="177800"/>
                </a:lnTo>
                <a:lnTo>
                  <a:pt x="399637" y="176530"/>
                </a:lnTo>
                <a:lnTo>
                  <a:pt x="424728" y="176530"/>
                </a:lnTo>
                <a:lnTo>
                  <a:pt x="425214" y="177800"/>
                </a:lnTo>
                <a:lnTo>
                  <a:pt x="425946" y="181610"/>
                </a:lnTo>
                <a:lnTo>
                  <a:pt x="425944" y="627380"/>
                </a:lnTo>
                <a:lnTo>
                  <a:pt x="425212" y="631190"/>
                </a:lnTo>
                <a:lnTo>
                  <a:pt x="424628" y="632460"/>
                </a:lnTo>
                <a:close/>
              </a:path>
              <a:path w="788670" h="770889">
                <a:moveTo>
                  <a:pt x="565755" y="652780"/>
                </a:moveTo>
                <a:lnTo>
                  <a:pt x="487184" y="652780"/>
                </a:lnTo>
                <a:lnTo>
                  <a:pt x="483522" y="651510"/>
                </a:lnTo>
                <a:lnTo>
                  <a:pt x="462272" y="627380"/>
                </a:lnTo>
                <a:lnTo>
                  <a:pt x="462272" y="342900"/>
                </a:lnTo>
                <a:lnTo>
                  <a:pt x="487174" y="317500"/>
                </a:lnTo>
                <a:lnTo>
                  <a:pt x="565746" y="317500"/>
                </a:lnTo>
                <a:lnTo>
                  <a:pt x="589334" y="337820"/>
                </a:lnTo>
                <a:lnTo>
                  <a:pt x="488582" y="337820"/>
                </a:lnTo>
                <a:lnTo>
                  <a:pt x="486526" y="339090"/>
                </a:lnTo>
                <a:lnTo>
                  <a:pt x="483122" y="341630"/>
                </a:lnTo>
                <a:lnTo>
                  <a:pt x="482269" y="344170"/>
                </a:lnTo>
                <a:lnTo>
                  <a:pt x="482269" y="626110"/>
                </a:lnTo>
                <a:lnTo>
                  <a:pt x="483122" y="627380"/>
                </a:lnTo>
                <a:lnTo>
                  <a:pt x="486527" y="631190"/>
                </a:lnTo>
                <a:lnTo>
                  <a:pt x="488583" y="632460"/>
                </a:lnTo>
                <a:lnTo>
                  <a:pt x="589334" y="632460"/>
                </a:lnTo>
                <a:lnTo>
                  <a:pt x="587002" y="637540"/>
                </a:lnTo>
                <a:lnTo>
                  <a:pt x="584928" y="641350"/>
                </a:lnTo>
                <a:lnTo>
                  <a:pt x="579547" y="646430"/>
                </a:lnTo>
                <a:lnTo>
                  <a:pt x="576444" y="648970"/>
                </a:lnTo>
                <a:lnTo>
                  <a:pt x="569415" y="651510"/>
                </a:lnTo>
                <a:lnTo>
                  <a:pt x="565755" y="652780"/>
                </a:lnTo>
                <a:close/>
              </a:path>
              <a:path w="788670" h="770889">
                <a:moveTo>
                  <a:pt x="589334" y="632460"/>
                </a:moveTo>
                <a:lnTo>
                  <a:pt x="564357" y="632460"/>
                </a:lnTo>
                <a:lnTo>
                  <a:pt x="566413" y="631190"/>
                </a:lnTo>
                <a:lnTo>
                  <a:pt x="569819" y="627380"/>
                </a:lnTo>
                <a:lnTo>
                  <a:pt x="570671" y="626110"/>
                </a:lnTo>
                <a:lnTo>
                  <a:pt x="570671" y="344170"/>
                </a:lnTo>
                <a:lnTo>
                  <a:pt x="569819" y="341630"/>
                </a:lnTo>
                <a:lnTo>
                  <a:pt x="566414" y="339090"/>
                </a:lnTo>
                <a:lnTo>
                  <a:pt x="564358" y="337820"/>
                </a:lnTo>
                <a:lnTo>
                  <a:pt x="589334" y="337820"/>
                </a:lnTo>
                <a:lnTo>
                  <a:pt x="589917" y="339090"/>
                </a:lnTo>
                <a:lnTo>
                  <a:pt x="590648" y="342900"/>
                </a:lnTo>
                <a:lnTo>
                  <a:pt x="590648" y="627380"/>
                </a:lnTo>
                <a:lnTo>
                  <a:pt x="589917" y="631190"/>
                </a:lnTo>
                <a:lnTo>
                  <a:pt x="589334" y="632460"/>
                </a:lnTo>
                <a:close/>
              </a:path>
              <a:path w="788670" h="770889">
                <a:moveTo>
                  <a:pt x="733274" y="652780"/>
                </a:moveTo>
                <a:lnTo>
                  <a:pt x="654702" y="652780"/>
                </a:lnTo>
                <a:lnTo>
                  <a:pt x="651037" y="651510"/>
                </a:lnTo>
                <a:lnTo>
                  <a:pt x="629763" y="468630"/>
                </a:lnTo>
                <a:lnTo>
                  <a:pt x="630494" y="466090"/>
                </a:lnTo>
                <a:lnTo>
                  <a:pt x="633411" y="458470"/>
                </a:lnTo>
                <a:lnTo>
                  <a:pt x="635486" y="455930"/>
                </a:lnTo>
                <a:lnTo>
                  <a:pt x="640869" y="449580"/>
                </a:lnTo>
                <a:lnTo>
                  <a:pt x="643972" y="448310"/>
                </a:lnTo>
                <a:lnTo>
                  <a:pt x="651004" y="444500"/>
                </a:lnTo>
                <a:lnTo>
                  <a:pt x="736900" y="444500"/>
                </a:lnTo>
                <a:lnTo>
                  <a:pt x="743935" y="448310"/>
                </a:lnTo>
                <a:lnTo>
                  <a:pt x="747040" y="449580"/>
                </a:lnTo>
                <a:lnTo>
                  <a:pt x="752424" y="455930"/>
                </a:lnTo>
                <a:lnTo>
                  <a:pt x="754500" y="458470"/>
                </a:lnTo>
                <a:lnTo>
                  <a:pt x="756932" y="464820"/>
                </a:lnTo>
                <a:lnTo>
                  <a:pt x="654048" y="464820"/>
                </a:lnTo>
                <a:lnTo>
                  <a:pt x="650643" y="468630"/>
                </a:lnTo>
                <a:lnTo>
                  <a:pt x="649790" y="471170"/>
                </a:lnTo>
                <a:lnTo>
                  <a:pt x="649790" y="626110"/>
                </a:lnTo>
                <a:lnTo>
                  <a:pt x="650643" y="627380"/>
                </a:lnTo>
                <a:lnTo>
                  <a:pt x="654049" y="631190"/>
                </a:lnTo>
                <a:lnTo>
                  <a:pt x="656104" y="632460"/>
                </a:lnTo>
                <a:lnTo>
                  <a:pt x="756834" y="632460"/>
                </a:lnTo>
                <a:lnTo>
                  <a:pt x="754503" y="637540"/>
                </a:lnTo>
                <a:lnTo>
                  <a:pt x="752431" y="641350"/>
                </a:lnTo>
                <a:lnTo>
                  <a:pt x="747055" y="646430"/>
                </a:lnTo>
                <a:lnTo>
                  <a:pt x="743955" y="648970"/>
                </a:lnTo>
                <a:lnTo>
                  <a:pt x="736931" y="651510"/>
                </a:lnTo>
                <a:lnTo>
                  <a:pt x="733274" y="652780"/>
                </a:lnTo>
                <a:close/>
              </a:path>
              <a:path w="788670" h="770889">
                <a:moveTo>
                  <a:pt x="756834" y="632460"/>
                </a:moveTo>
                <a:lnTo>
                  <a:pt x="731879" y="632460"/>
                </a:lnTo>
                <a:lnTo>
                  <a:pt x="733936" y="631190"/>
                </a:lnTo>
                <a:lnTo>
                  <a:pt x="737345" y="627380"/>
                </a:lnTo>
                <a:lnTo>
                  <a:pt x="738200" y="626110"/>
                </a:lnTo>
                <a:lnTo>
                  <a:pt x="738202" y="471170"/>
                </a:lnTo>
                <a:lnTo>
                  <a:pt x="737349" y="468630"/>
                </a:lnTo>
                <a:lnTo>
                  <a:pt x="733939" y="464820"/>
                </a:lnTo>
                <a:lnTo>
                  <a:pt x="756932" y="464820"/>
                </a:lnTo>
                <a:lnTo>
                  <a:pt x="757418" y="466090"/>
                </a:lnTo>
                <a:lnTo>
                  <a:pt x="758149" y="468630"/>
                </a:lnTo>
                <a:lnTo>
                  <a:pt x="758148" y="627380"/>
                </a:lnTo>
                <a:lnTo>
                  <a:pt x="757417" y="631190"/>
                </a:lnTo>
                <a:lnTo>
                  <a:pt x="756834" y="632460"/>
                </a:lnTo>
                <a:close/>
              </a:path>
            </a:pathLst>
          </a:custGeom>
          <a:solidFill>
            <a:srgbClr val="000000"/>
          </a:solidFill>
        </p:spPr>
        <p:txBody>
          <a:bodyPr wrap="square" lIns="0" tIns="0" rIns="0" bIns="0" rtlCol="0"/>
          <a:lstStyle/>
          <a:p>
            <a:endParaRPr/>
          </a:p>
        </p:txBody>
      </p:sp>
      <p:pic>
        <p:nvPicPr>
          <p:cNvPr id="40" name="bg object 40"/>
          <p:cNvPicPr/>
          <p:nvPr/>
        </p:nvPicPr>
        <p:blipFill>
          <a:blip r:embed="rId13" cstate="print"/>
          <a:stretch>
            <a:fillRect/>
          </a:stretch>
        </p:blipFill>
        <p:spPr>
          <a:xfrm>
            <a:off x="12332155" y="7036609"/>
            <a:ext cx="880109" cy="736600"/>
          </a:xfrm>
          <a:prstGeom prst="rect">
            <a:avLst/>
          </a:prstGeom>
        </p:spPr>
      </p:pic>
      <p:sp>
        <p:nvSpPr>
          <p:cNvPr id="41" name="bg object 41"/>
          <p:cNvSpPr/>
          <p:nvPr/>
        </p:nvSpPr>
        <p:spPr>
          <a:xfrm>
            <a:off x="3716045" y="5654140"/>
            <a:ext cx="703580" cy="770890"/>
          </a:xfrm>
          <a:custGeom>
            <a:avLst/>
            <a:gdLst/>
            <a:ahLst/>
            <a:cxnLst/>
            <a:rect l="l" t="t" r="r" b="b"/>
            <a:pathLst>
              <a:path w="703579" h="770889">
                <a:moveTo>
                  <a:pt x="657944" y="713740"/>
                </a:moveTo>
                <a:lnTo>
                  <a:pt x="44963" y="713740"/>
                </a:lnTo>
                <a:lnTo>
                  <a:pt x="38293" y="712470"/>
                </a:lnTo>
                <a:lnTo>
                  <a:pt x="35055" y="711200"/>
                </a:lnTo>
                <a:lnTo>
                  <a:pt x="28774" y="708660"/>
                </a:lnTo>
                <a:lnTo>
                  <a:pt x="25792" y="706120"/>
                </a:lnTo>
                <a:lnTo>
                  <a:pt x="20142" y="702310"/>
                </a:lnTo>
                <a:lnTo>
                  <a:pt x="17529" y="701040"/>
                </a:lnTo>
                <a:lnTo>
                  <a:pt x="12727" y="695960"/>
                </a:lnTo>
                <a:lnTo>
                  <a:pt x="10584" y="693420"/>
                </a:lnTo>
                <a:lnTo>
                  <a:pt x="6813" y="687070"/>
                </a:lnTo>
                <a:lnTo>
                  <a:pt x="5221" y="684530"/>
                </a:lnTo>
                <a:lnTo>
                  <a:pt x="0" y="48260"/>
                </a:lnTo>
                <a:lnTo>
                  <a:pt x="218" y="45720"/>
                </a:lnTo>
                <a:lnTo>
                  <a:pt x="328" y="44450"/>
                </a:lnTo>
                <a:lnTo>
                  <a:pt x="20142" y="10160"/>
                </a:lnTo>
                <a:lnTo>
                  <a:pt x="44963" y="0"/>
                </a:lnTo>
                <a:lnTo>
                  <a:pt x="661522" y="0"/>
                </a:lnTo>
                <a:lnTo>
                  <a:pt x="694467" y="22860"/>
                </a:lnTo>
                <a:lnTo>
                  <a:pt x="696494" y="26670"/>
                </a:lnTo>
                <a:lnTo>
                  <a:pt x="48496" y="26670"/>
                </a:lnTo>
                <a:lnTo>
                  <a:pt x="45383" y="27940"/>
                </a:lnTo>
                <a:lnTo>
                  <a:pt x="27343" y="184150"/>
                </a:lnTo>
                <a:lnTo>
                  <a:pt x="109174" y="184150"/>
                </a:lnTo>
                <a:lnTo>
                  <a:pt x="109177" y="210820"/>
                </a:lnTo>
                <a:lnTo>
                  <a:pt x="27343" y="210820"/>
                </a:lnTo>
                <a:lnTo>
                  <a:pt x="27343" y="238760"/>
                </a:lnTo>
                <a:lnTo>
                  <a:pt x="109179" y="238760"/>
                </a:lnTo>
                <a:lnTo>
                  <a:pt x="109182" y="265430"/>
                </a:lnTo>
                <a:lnTo>
                  <a:pt x="27343" y="265430"/>
                </a:lnTo>
                <a:lnTo>
                  <a:pt x="27343" y="445770"/>
                </a:lnTo>
                <a:lnTo>
                  <a:pt x="109198" y="445770"/>
                </a:lnTo>
                <a:lnTo>
                  <a:pt x="109201" y="472440"/>
                </a:lnTo>
                <a:lnTo>
                  <a:pt x="27343" y="472440"/>
                </a:lnTo>
                <a:lnTo>
                  <a:pt x="27343" y="500380"/>
                </a:lnTo>
                <a:lnTo>
                  <a:pt x="109203" y="500380"/>
                </a:lnTo>
                <a:lnTo>
                  <a:pt x="109206" y="527050"/>
                </a:lnTo>
                <a:lnTo>
                  <a:pt x="27442" y="527050"/>
                </a:lnTo>
                <a:lnTo>
                  <a:pt x="27437" y="668020"/>
                </a:lnTo>
                <a:lnTo>
                  <a:pt x="29830" y="674370"/>
                </a:lnTo>
                <a:lnTo>
                  <a:pt x="34621" y="678180"/>
                </a:lnTo>
                <a:lnTo>
                  <a:pt x="38069" y="681990"/>
                </a:lnTo>
                <a:lnTo>
                  <a:pt x="42200" y="684530"/>
                </a:lnTo>
                <a:lnTo>
                  <a:pt x="47013" y="685800"/>
                </a:lnTo>
                <a:lnTo>
                  <a:pt x="696966" y="685800"/>
                </a:lnTo>
                <a:lnTo>
                  <a:pt x="696168" y="687070"/>
                </a:lnTo>
                <a:lnTo>
                  <a:pt x="692388" y="693420"/>
                </a:lnTo>
                <a:lnTo>
                  <a:pt x="690240" y="695960"/>
                </a:lnTo>
                <a:lnTo>
                  <a:pt x="685428" y="701040"/>
                </a:lnTo>
                <a:lnTo>
                  <a:pt x="682809" y="702310"/>
                </a:lnTo>
                <a:lnTo>
                  <a:pt x="677148" y="706120"/>
                </a:lnTo>
                <a:lnTo>
                  <a:pt x="674160" y="708660"/>
                </a:lnTo>
                <a:lnTo>
                  <a:pt x="667868" y="711200"/>
                </a:lnTo>
                <a:lnTo>
                  <a:pt x="664625" y="712470"/>
                </a:lnTo>
                <a:lnTo>
                  <a:pt x="657944" y="713740"/>
                </a:lnTo>
                <a:close/>
              </a:path>
              <a:path w="703579" h="770889">
                <a:moveTo>
                  <a:pt x="696966" y="685800"/>
                </a:moveTo>
                <a:lnTo>
                  <a:pt x="657534" y="685800"/>
                </a:lnTo>
                <a:lnTo>
                  <a:pt x="663532" y="683260"/>
                </a:lnTo>
                <a:lnTo>
                  <a:pt x="666179" y="680720"/>
                </a:lnTo>
                <a:lnTo>
                  <a:pt x="670771" y="676910"/>
                </a:lnTo>
                <a:lnTo>
                  <a:pt x="672541" y="673100"/>
                </a:lnTo>
                <a:lnTo>
                  <a:pt x="675028" y="668020"/>
                </a:lnTo>
                <a:lnTo>
                  <a:pt x="675651" y="664210"/>
                </a:lnTo>
                <a:lnTo>
                  <a:pt x="675560" y="44450"/>
                </a:lnTo>
                <a:lnTo>
                  <a:pt x="673167" y="39370"/>
                </a:lnTo>
                <a:lnTo>
                  <a:pt x="664881" y="30480"/>
                </a:lnTo>
                <a:lnTo>
                  <a:pt x="660717" y="29210"/>
                </a:lnTo>
                <a:lnTo>
                  <a:pt x="655885" y="27940"/>
                </a:lnTo>
                <a:lnTo>
                  <a:pt x="655000" y="27940"/>
                </a:lnTo>
                <a:lnTo>
                  <a:pt x="653699" y="26670"/>
                </a:lnTo>
                <a:lnTo>
                  <a:pt x="696494" y="26670"/>
                </a:lnTo>
                <a:lnTo>
                  <a:pt x="699197" y="31750"/>
                </a:lnTo>
                <a:lnTo>
                  <a:pt x="702039" y="41910"/>
                </a:lnTo>
                <a:lnTo>
                  <a:pt x="702994" y="52070"/>
                </a:lnTo>
                <a:lnTo>
                  <a:pt x="702997" y="664210"/>
                </a:lnTo>
                <a:lnTo>
                  <a:pt x="702668" y="668020"/>
                </a:lnTo>
                <a:lnTo>
                  <a:pt x="701345" y="674370"/>
                </a:lnTo>
                <a:lnTo>
                  <a:pt x="700364" y="678180"/>
                </a:lnTo>
                <a:lnTo>
                  <a:pt x="697763" y="684530"/>
                </a:lnTo>
                <a:lnTo>
                  <a:pt x="696966" y="685800"/>
                </a:lnTo>
                <a:close/>
              </a:path>
              <a:path w="703579" h="770889">
                <a:moveTo>
                  <a:pt x="109174" y="184150"/>
                </a:moveTo>
                <a:lnTo>
                  <a:pt x="78406" y="184150"/>
                </a:lnTo>
                <a:lnTo>
                  <a:pt x="78400" y="120650"/>
                </a:lnTo>
                <a:lnTo>
                  <a:pt x="79522" y="115570"/>
                </a:lnTo>
                <a:lnTo>
                  <a:pt x="111229" y="82550"/>
                </a:lnTo>
                <a:lnTo>
                  <a:pt x="116896" y="81280"/>
                </a:lnTo>
                <a:lnTo>
                  <a:pt x="580108" y="81280"/>
                </a:lnTo>
                <a:lnTo>
                  <a:pt x="617303" y="101600"/>
                </a:lnTo>
                <a:lnTo>
                  <a:pt x="622391" y="113030"/>
                </a:lnTo>
                <a:lnTo>
                  <a:pt x="119300" y="113030"/>
                </a:lnTo>
                <a:lnTo>
                  <a:pt x="115942" y="114300"/>
                </a:lnTo>
                <a:lnTo>
                  <a:pt x="109169" y="124460"/>
                </a:lnTo>
                <a:lnTo>
                  <a:pt x="109174" y="184150"/>
                </a:lnTo>
                <a:close/>
              </a:path>
              <a:path w="703579" h="770889">
                <a:moveTo>
                  <a:pt x="622471" y="605790"/>
                </a:moveTo>
                <a:lnTo>
                  <a:pt x="583904" y="605790"/>
                </a:lnTo>
                <a:lnTo>
                  <a:pt x="587146" y="604520"/>
                </a:lnTo>
                <a:lnTo>
                  <a:pt x="592533" y="598170"/>
                </a:lnTo>
                <a:lnTo>
                  <a:pt x="593877" y="595630"/>
                </a:lnTo>
                <a:lnTo>
                  <a:pt x="593807" y="123190"/>
                </a:lnTo>
                <a:lnTo>
                  <a:pt x="592459" y="119380"/>
                </a:lnTo>
                <a:lnTo>
                  <a:pt x="587783" y="114300"/>
                </a:lnTo>
                <a:lnTo>
                  <a:pt x="585432" y="113030"/>
                </a:lnTo>
                <a:lnTo>
                  <a:pt x="622391" y="113030"/>
                </a:lnTo>
                <a:lnTo>
                  <a:pt x="623779" y="118110"/>
                </a:lnTo>
                <a:lnTo>
                  <a:pt x="624591" y="127000"/>
                </a:lnTo>
                <a:lnTo>
                  <a:pt x="624596" y="596900"/>
                </a:lnTo>
                <a:lnTo>
                  <a:pt x="623472" y="603250"/>
                </a:lnTo>
                <a:lnTo>
                  <a:pt x="622471" y="605790"/>
                </a:lnTo>
                <a:close/>
              </a:path>
              <a:path w="703579" h="770889">
                <a:moveTo>
                  <a:pt x="213064" y="525780"/>
                </a:moveTo>
                <a:lnTo>
                  <a:pt x="204061" y="525780"/>
                </a:lnTo>
                <a:lnTo>
                  <a:pt x="200658" y="524510"/>
                </a:lnTo>
                <a:lnTo>
                  <a:pt x="197849" y="520700"/>
                </a:lnTo>
                <a:lnTo>
                  <a:pt x="196374" y="519430"/>
                </a:lnTo>
                <a:lnTo>
                  <a:pt x="195269" y="518160"/>
                </a:lnTo>
                <a:lnTo>
                  <a:pt x="193803" y="514350"/>
                </a:lnTo>
                <a:lnTo>
                  <a:pt x="193502" y="511810"/>
                </a:lnTo>
                <a:lnTo>
                  <a:pt x="193763" y="508000"/>
                </a:lnTo>
                <a:lnTo>
                  <a:pt x="194314" y="505460"/>
                </a:lnTo>
                <a:lnTo>
                  <a:pt x="196259" y="501650"/>
                </a:lnTo>
                <a:lnTo>
                  <a:pt x="197572" y="500380"/>
                </a:lnTo>
                <a:lnTo>
                  <a:pt x="199226" y="497840"/>
                </a:lnTo>
                <a:lnTo>
                  <a:pt x="240237" y="457200"/>
                </a:lnTo>
                <a:lnTo>
                  <a:pt x="235124" y="450850"/>
                </a:lnTo>
                <a:lnTo>
                  <a:pt x="230583" y="443230"/>
                </a:lnTo>
                <a:lnTo>
                  <a:pt x="213882" y="406400"/>
                </a:lnTo>
                <a:lnTo>
                  <a:pt x="208404" y="374650"/>
                </a:lnTo>
                <a:lnTo>
                  <a:pt x="208408" y="358140"/>
                </a:lnTo>
                <a:lnTo>
                  <a:pt x="219328" y="309880"/>
                </a:lnTo>
                <a:lnTo>
                  <a:pt x="240277" y="274320"/>
                </a:lnTo>
                <a:lnTo>
                  <a:pt x="199285" y="233680"/>
                </a:lnTo>
                <a:lnTo>
                  <a:pt x="194410" y="229870"/>
                </a:lnTo>
                <a:lnTo>
                  <a:pt x="192689" y="223520"/>
                </a:lnTo>
                <a:lnTo>
                  <a:pt x="194122" y="217170"/>
                </a:lnTo>
                <a:lnTo>
                  <a:pt x="195586" y="212090"/>
                </a:lnTo>
                <a:lnTo>
                  <a:pt x="199032" y="208280"/>
                </a:lnTo>
                <a:lnTo>
                  <a:pt x="204458" y="207010"/>
                </a:lnTo>
                <a:lnTo>
                  <a:pt x="210825" y="205740"/>
                </a:lnTo>
                <a:lnTo>
                  <a:pt x="216172" y="207010"/>
                </a:lnTo>
                <a:lnTo>
                  <a:pt x="220499" y="212090"/>
                </a:lnTo>
                <a:lnTo>
                  <a:pt x="261490" y="254000"/>
                </a:lnTo>
                <a:lnTo>
                  <a:pt x="326427" y="254000"/>
                </a:lnTo>
                <a:lnTo>
                  <a:pt x="320325" y="255270"/>
                </a:lnTo>
                <a:lnTo>
                  <a:pt x="308382" y="259080"/>
                </a:lnTo>
                <a:lnTo>
                  <a:pt x="302624" y="261620"/>
                </a:lnTo>
                <a:lnTo>
                  <a:pt x="291535" y="267970"/>
                </a:lnTo>
                <a:lnTo>
                  <a:pt x="286281" y="271780"/>
                </a:lnTo>
                <a:lnTo>
                  <a:pt x="281317" y="275590"/>
                </a:lnTo>
                <a:lnTo>
                  <a:pt x="276088" y="279400"/>
                </a:lnTo>
                <a:lnTo>
                  <a:pt x="248608" y="316230"/>
                </a:lnTo>
                <a:lnTo>
                  <a:pt x="238265" y="353060"/>
                </a:lnTo>
                <a:lnTo>
                  <a:pt x="237741" y="372110"/>
                </a:lnTo>
                <a:lnTo>
                  <a:pt x="238266" y="378460"/>
                </a:lnTo>
                <a:lnTo>
                  <a:pt x="248615" y="415290"/>
                </a:lnTo>
                <a:lnTo>
                  <a:pt x="271138" y="447040"/>
                </a:lnTo>
                <a:lnTo>
                  <a:pt x="281327" y="455930"/>
                </a:lnTo>
                <a:lnTo>
                  <a:pt x="286290" y="459740"/>
                </a:lnTo>
                <a:lnTo>
                  <a:pt x="291544" y="463550"/>
                </a:lnTo>
                <a:lnTo>
                  <a:pt x="302631" y="469900"/>
                </a:lnTo>
                <a:lnTo>
                  <a:pt x="308389" y="472440"/>
                </a:lnTo>
                <a:lnTo>
                  <a:pt x="320330" y="476250"/>
                </a:lnTo>
                <a:lnTo>
                  <a:pt x="326431" y="478790"/>
                </a:lnTo>
                <a:lnTo>
                  <a:pt x="261451" y="478790"/>
                </a:lnTo>
                <a:lnTo>
                  <a:pt x="220440" y="519430"/>
                </a:lnTo>
                <a:lnTo>
                  <a:pt x="217145" y="523240"/>
                </a:lnTo>
                <a:lnTo>
                  <a:pt x="213064" y="525780"/>
                </a:lnTo>
                <a:close/>
              </a:path>
              <a:path w="703579" h="770889">
                <a:moveTo>
                  <a:pt x="483298" y="254000"/>
                </a:moveTo>
                <a:lnTo>
                  <a:pt x="441585" y="254000"/>
                </a:lnTo>
                <a:lnTo>
                  <a:pt x="482144" y="212090"/>
                </a:lnTo>
                <a:lnTo>
                  <a:pt x="486484" y="207010"/>
                </a:lnTo>
                <a:lnTo>
                  <a:pt x="491844" y="205740"/>
                </a:lnTo>
                <a:lnTo>
                  <a:pt x="498224" y="207010"/>
                </a:lnTo>
                <a:lnTo>
                  <a:pt x="503172" y="209550"/>
                </a:lnTo>
                <a:lnTo>
                  <a:pt x="506607" y="212090"/>
                </a:lnTo>
                <a:lnTo>
                  <a:pt x="508531" y="217170"/>
                </a:lnTo>
                <a:lnTo>
                  <a:pt x="506438" y="226060"/>
                </a:lnTo>
                <a:lnTo>
                  <a:pt x="497747" y="238760"/>
                </a:lnTo>
                <a:lnTo>
                  <a:pt x="487448" y="250190"/>
                </a:lnTo>
                <a:lnTo>
                  <a:pt x="483298" y="254000"/>
                </a:lnTo>
                <a:close/>
              </a:path>
              <a:path w="703579" h="770889">
                <a:moveTo>
                  <a:pt x="109179" y="238760"/>
                </a:moveTo>
                <a:lnTo>
                  <a:pt x="78484" y="238760"/>
                </a:lnTo>
                <a:lnTo>
                  <a:pt x="78484" y="210820"/>
                </a:lnTo>
                <a:lnTo>
                  <a:pt x="109177" y="210820"/>
                </a:lnTo>
                <a:lnTo>
                  <a:pt x="109179" y="238760"/>
                </a:lnTo>
                <a:close/>
              </a:path>
              <a:path w="703579" h="770889">
                <a:moveTo>
                  <a:pt x="326427" y="254000"/>
                </a:moveTo>
                <a:lnTo>
                  <a:pt x="261490" y="254000"/>
                </a:lnTo>
                <a:lnTo>
                  <a:pt x="267815" y="247650"/>
                </a:lnTo>
                <a:lnTo>
                  <a:pt x="319291" y="224790"/>
                </a:lnTo>
                <a:lnTo>
                  <a:pt x="343403" y="220980"/>
                </a:lnTo>
                <a:lnTo>
                  <a:pt x="359673" y="220980"/>
                </a:lnTo>
                <a:lnTo>
                  <a:pt x="406966" y="232410"/>
                </a:lnTo>
                <a:lnTo>
                  <a:pt x="439055" y="251460"/>
                </a:lnTo>
                <a:lnTo>
                  <a:pt x="338892" y="251460"/>
                </a:lnTo>
                <a:lnTo>
                  <a:pt x="326427" y="254000"/>
                </a:lnTo>
                <a:close/>
              </a:path>
              <a:path w="703579" h="770889">
                <a:moveTo>
                  <a:pt x="438373" y="481330"/>
                </a:moveTo>
                <a:lnTo>
                  <a:pt x="357808" y="481330"/>
                </a:lnTo>
                <a:lnTo>
                  <a:pt x="364083" y="480060"/>
                </a:lnTo>
                <a:lnTo>
                  <a:pt x="376546" y="478790"/>
                </a:lnTo>
                <a:lnTo>
                  <a:pt x="382647" y="476250"/>
                </a:lnTo>
                <a:lnTo>
                  <a:pt x="421650" y="455930"/>
                </a:lnTo>
                <a:lnTo>
                  <a:pt x="425212" y="453390"/>
                </a:lnTo>
                <a:lnTo>
                  <a:pt x="428609" y="450850"/>
                </a:lnTo>
                <a:lnTo>
                  <a:pt x="431839" y="447040"/>
                </a:lnTo>
                <a:lnTo>
                  <a:pt x="435052" y="444500"/>
                </a:lnTo>
                <a:lnTo>
                  <a:pt x="438085" y="440690"/>
                </a:lnTo>
                <a:lnTo>
                  <a:pt x="440936" y="436880"/>
                </a:lnTo>
                <a:lnTo>
                  <a:pt x="444849" y="431800"/>
                </a:lnTo>
                <a:lnTo>
                  <a:pt x="462642" y="391160"/>
                </a:lnTo>
                <a:lnTo>
                  <a:pt x="465162" y="358140"/>
                </a:lnTo>
                <a:lnTo>
                  <a:pt x="464742" y="353060"/>
                </a:lnTo>
                <a:lnTo>
                  <a:pt x="454389" y="316230"/>
                </a:lnTo>
                <a:lnTo>
                  <a:pt x="431848" y="284480"/>
                </a:lnTo>
                <a:lnTo>
                  <a:pt x="421660" y="275590"/>
                </a:lnTo>
                <a:lnTo>
                  <a:pt x="416696" y="271780"/>
                </a:lnTo>
                <a:lnTo>
                  <a:pt x="364085" y="251460"/>
                </a:lnTo>
                <a:lnTo>
                  <a:pt x="439055" y="251460"/>
                </a:lnTo>
                <a:lnTo>
                  <a:pt x="441585" y="254000"/>
                </a:lnTo>
                <a:lnTo>
                  <a:pt x="483298" y="254000"/>
                </a:lnTo>
                <a:lnTo>
                  <a:pt x="480531" y="256540"/>
                </a:lnTo>
                <a:lnTo>
                  <a:pt x="462750" y="274320"/>
                </a:lnTo>
                <a:lnTo>
                  <a:pt x="467865" y="280670"/>
                </a:lnTo>
                <a:lnTo>
                  <a:pt x="472409" y="288290"/>
                </a:lnTo>
                <a:lnTo>
                  <a:pt x="489120" y="325120"/>
                </a:lnTo>
                <a:lnTo>
                  <a:pt x="494606" y="358140"/>
                </a:lnTo>
                <a:lnTo>
                  <a:pt x="494606" y="374650"/>
                </a:lnTo>
                <a:lnTo>
                  <a:pt x="483694" y="421640"/>
                </a:lnTo>
                <a:lnTo>
                  <a:pt x="462750" y="457200"/>
                </a:lnTo>
                <a:lnTo>
                  <a:pt x="484103" y="478790"/>
                </a:lnTo>
                <a:lnTo>
                  <a:pt x="441536" y="478790"/>
                </a:lnTo>
                <a:lnTo>
                  <a:pt x="438373" y="481330"/>
                </a:lnTo>
                <a:close/>
              </a:path>
              <a:path w="703579" h="770889">
                <a:moveTo>
                  <a:pt x="109198" y="445770"/>
                </a:moveTo>
                <a:lnTo>
                  <a:pt x="78484" y="445770"/>
                </a:lnTo>
                <a:lnTo>
                  <a:pt x="78484" y="265430"/>
                </a:lnTo>
                <a:lnTo>
                  <a:pt x="109182" y="265430"/>
                </a:lnTo>
                <a:lnTo>
                  <a:pt x="109198" y="445770"/>
                </a:lnTo>
                <a:close/>
              </a:path>
              <a:path w="703579" h="770889">
                <a:moveTo>
                  <a:pt x="109203" y="500380"/>
                </a:moveTo>
                <a:lnTo>
                  <a:pt x="78484" y="500380"/>
                </a:lnTo>
                <a:lnTo>
                  <a:pt x="78484" y="472440"/>
                </a:lnTo>
                <a:lnTo>
                  <a:pt x="109201" y="472440"/>
                </a:lnTo>
                <a:lnTo>
                  <a:pt x="109203" y="500380"/>
                </a:lnTo>
                <a:close/>
              </a:path>
              <a:path w="703579" h="770889">
                <a:moveTo>
                  <a:pt x="359628" y="510540"/>
                </a:moveTo>
                <a:lnTo>
                  <a:pt x="343360" y="510540"/>
                </a:lnTo>
                <a:lnTo>
                  <a:pt x="311408" y="505460"/>
                </a:lnTo>
                <a:lnTo>
                  <a:pt x="296071" y="499110"/>
                </a:lnTo>
                <a:lnTo>
                  <a:pt x="288687" y="496570"/>
                </a:lnTo>
                <a:lnTo>
                  <a:pt x="274489" y="487680"/>
                </a:lnTo>
                <a:lnTo>
                  <a:pt x="267776" y="483870"/>
                </a:lnTo>
                <a:lnTo>
                  <a:pt x="261451" y="478790"/>
                </a:lnTo>
                <a:lnTo>
                  <a:pt x="326431" y="478790"/>
                </a:lnTo>
                <a:lnTo>
                  <a:pt x="338894" y="480060"/>
                </a:lnTo>
                <a:lnTo>
                  <a:pt x="345169" y="481330"/>
                </a:lnTo>
                <a:lnTo>
                  <a:pt x="438373" y="481330"/>
                </a:lnTo>
                <a:lnTo>
                  <a:pt x="435211" y="483870"/>
                </a:lnTo>
                <a:lnTo>
                  <a:pt x="428498" y="487680"/>
                </a:lnTo>
                <a:lnTo>
                  <a:pt x="414300" y="496570"/>
                </a:lnTo>
                <a:lnTo>
                  <a:pt x="406916" y="499110"/>
                </a:lnTo>
                <a:lnTo>
                  <a:pt x="391579" y="505460"/>
                </a:lnTo>
                <a:lnTo>
                  <a:pt x="359628" y="510540"/>
                </a:lnTo>
                <a:close/>
              </a:path>
              <a:path w="703579" h="770889">
                <a:moveTo>
                  <a:pt x="491415" y="527050"/>
                </a:moveTo>
                <a:lnTo>
                  <a:pt x="486065" y="524510"/>
                </a:lnTo>
                <a:lnTo>
                  <a:pt x="481731" y="519430"/>
                </a:lnTo>
                <a:lnTo>
                  <a:pt x="441536" y="478790"/>
                </a:lnTo>
                <a:lnTo>
                  <a:pt x="484103" y="478790"/>
                </a:lnTo>
                <a:lnTo>
                  <a:pt x="502944" y="497840"/>
                </a:lnTo>
                <a:lnTo>
                  <a:pt x="507820" y="502920"/>
                </a:lnTo>
                <a:lnTo>
                  <a:pt x="509541" y="508000"/>
                </a:lnTo>
                <a:lnTo>
                  <a:pt x="508108" y="514350"/>
                </a:lnTo>
                <a:lnTo>
                  <a:pt x="506646" y="520700"/>
                </a:lnTo>
                <a:lnTo>
                  <a:pt x="503204" y="523240"/>
                </a:lnTo>
                <a:lnTo>
                  <a:pt x="497781" y="524510"/>
                </a:lnTo>
                <a:lnTo>
                  <a:pt x="491415" y="527050"/>
                </a:lnTo>
                <a:close/>
              </a:path>
              <a:path w="703579" h="770889">
                <a:moveTo>
                  <a:pt x="586038" y="636270"/>
                </a:moveTo>
                <a:lnTo>
                  <a:pt x="116926" y="636270"/>
                </a:lnTo>
                <a:lnTo>
                  <a:pt x="111258" y="635000"/>
                </a:lnTo>
                <a:lnTo>
                  <a:pt x="79552" y="603250"/>
                </a:lnTo>
                <a:lnTo>
                  <a:pt x="78430" y="596900"/>
                </a:lnTo>
                <a:lnTo>
                  <a:pt x="78435" y="527050"/>
                </a:lnTo>
                <a:lnTo>
                  <a:pt x="109206" y="527050"/>
                </a:lnTo>
                <a:lnTo>
                  <a:pt x="109212" y="595630"/>
                </a:lnTo>
                <a:lnTo>
                  <a:pt x="110559" y="598170"/>
                </a:lnTo>
                <a:lnTo>
                  <a:pt x="113260" y="600710"/>
                </a:lnTo>
                <a:lnTo>
                  <a:pt x="115176" y="603250"/>
                </a:lnTo>
                <a:lnTo>
                  <a:pt x="117471" y="604520"/>
                </a:lnTo>
                <a:lnTo>
                  <a:pt x="120145" y="604520"/>
                </a:lnTo>
                <a:lnTo>
                  <a:pt x="121463" y="605790"/>
                </a:lnTo>
                <a:lnTo>
                  <a:pt x="622471" y="605790"/>
                </a:lnTo>
                <a:lnTo>
                  <a:pt x="591712" y="635000"/>
                </a:lnTo>
                <a:lnTo>
                  <a:pt x="586038" y="636270"/>
                </a:lnTo>
                <a:close/>
              </a:path>
              <a:path w="703579" h="770889">
                <a:moveTo>
                  <a:pt x="218420" y="770890"/>
                </a:moveTo>
                <a:lnTo>
                  <a:pt x="116952" y="770890"/>
                </a:lnTo>
                <a:lnTo>
                  <a:pt x="109555" y="767080"/>
                </a:lnTo>
                <a:lnTo>
                  <a:pt x="94613" y="713740"/>
                </a:lnTo>
                <a:lnTo>
                  <a:pt x="119201" y="713740"/>
                </a:lnTo>
                <a:lnTo>
                  <a:pt x="119216" y="741680"/>
                </a:lnTo>
                <a:lnTo>
                  <a:pt x="119769" y="742950"/>
                </a:lnTo>
                <a:lnTo>
                  <a:pt x="121949" y="745490"/>
                </a:lnTo>
                <a:lnTo>
                  <a:pt x="123265" y="746760"/>
                </a:lnTo>
                <a:lnTo>
                  <a:pt x="240246" y="746760"/>
                </a:lnTo>
                <a:lnTo>
                  <a:pt x="239990" y="748030"/>
                </a:lnTo>
                <a:lnTo>
                  <a:pt x="236925" y="755650"/>
                </a:lnTo>
                <a:lnTo>
                  <a:pt x="234743" y="759460"/>
                </a:lnTo>
                <a:lnTo>
                  <a:pt x="229082" y="764540"/>
                </a:lnTo>
                <a:lnTo>
                  <a:pt x="225817" y="767080"/>
                </a:lnTo>
                <a:lnTo>
                  <a:pt x="218420" y="770890"/>
                </a:lnTo>
                <a:close/>
              </a:path>
              <a:path w="703579" h="770889">
                <a:moveTo>
                  <a:pt x="240246" y="746760"/>
                </a:moveTo>
                <a:lnTo>
                  <a:pt x="212107" y="746760"/>
                </a:lnTo>
                <a:lnTo>
                  <a:pt x="213423" y="745490"/>
                </a:lnTo>
                <a:lnTo>
                  <a:pt x="215603" y="742950"/>
                </a:lnTo>
                <a:lnTo>
                  <a:pt x="216156" y="741680"/>
                </a:lnTo>
                <a:lnTo>
                  <a:pt x="216172" y="713740"/>
                </a:lnTo>
                <a:lnTo>
                  <a:pt x="240759" y="713740"/>
                </a:lnTo>
                <a:lnTo>
                  <a:pt x="240757" y="744220"/>
                </a:lnTo>
                <a:lnTo>
                  <a:pt x="240246" y="746760"/>
                </a:lnTo>
                <a:close/>
              </a:path>
              <a:path w="703579" h="770889">
                <a:moveTo>
                  <a:pt x="572184" y="770890"/>
                </a:moveTo>
                <a:lnTo>
                  <a:pt x="470710" y="770890"/>
                </a:lnTo>
                <a:lnTo>
                  <a:pt x="463313" y="767080"/>
                </a:lnTo>
                <a:lnTo>
                  <a:pt x="448371" y="713740"/>
                </a:lnTo>
                <a:lnTo>
                  <a:pt x="472958" y="713740"/>
                </a:lnTo>
                <a:lnTo>
                  <a:pt x="472974" y="741680"/>
                </a:lnTo>
                <a:lnTo>
                  <a:pt x="473527" y="742950"/>
                </a:lnTo>
                <a:lnTo>
                  <a:pt x="475707" y="745490"/>
                </a:lnTo>
                <a:lnTo>
                  <a:pt x="477023" y="746760"/>
                </a:lnTo>
                <a:lnTo>
                  <a:pt x="594017" y="746760"/>
                </a:lnTo>
                <a:lnTo>
                  <a:pt x="593763" y="748030"/>
                </a:lnTo>
                <a:lnTo>
                  <a:pt x="590704" y="755650"/>
                </a:lnTo>
                <a:lnTo>
                  <a:pt x="588523" y="759460"/>
                </a:lnTo>
                <a:lnTo>
                  <a:pt x="582858" y="764540"/>
                </a:lnTo>
                <a:lnTo>
                  <a:pt x="579590" y="767080"/>
                </a:lnTo>
                <a:lnTo>
                  <a:pt x="572184" y="770890"/>
                </a:lnTo>
                <a:close/>
              </a:path>
              <a:path w="703579" h="770889">
                <a:moveTo>
                  <a:pt x="594017" y="746760"/>
                </a:moveTo>
                <a:lnTo>
                  <a:pt x="565865" y="746760"/>
                </a:lnTo>
                <a:lnTo>
                  <a:pt x="567180" y="745490"/>
                </a:lnTo>
                <a:lnTo>
                  <a:pt x="569360" y="742950"/>
                </a:lnTo>
                <a:lnTo>
                  <a:pt x="569913" y="741680"/>
                </a:lnTo>
                <a:lnTo>
                  <a:pt x="569929" y="713740"/>
                </a:lnTo>
                <a:lnTo>
                  <a:pt x="594516" y="713740"/>
                </a:lnTo>
                <a:lnTo>
                  <a:pt x="594524" y="744220"/>
                </a:lnTo>
                <a:lnTo>
                  <a:pt x="594017" y="746760"/>
                </a:lnTo>
                <a:close/>
              </a:path>
            </a:pathLst>
          </a:custGeom>
          <a:solidFill>
            <a:srgbClr val="000000"/>
          </a:solidFill>
        </p:spPr>
        <p:txBody>
          <a:bodyPr wrap="square" lIns="0" tIns="0" rIns="0" bIns="0" rtlCol="0"/>
          <a:lstStyle/>
          <a:p>
            <a:endParaRPr/>
          </a:p>
        </p:txBody>
      </p:sp>
      <p:pic>
        <p:nvPicPr>
          <p:cNvPr id="42" name="bg object 42"/>
          <p:cNvPicPr/>
          <p:nvPr/>
        </p:nvPicPr>
        <p:blipFill>
          <a:blip r:embed="rId14" cstate="print"/>
          <a:stretch>
            <a:fillRect/>
          </a:stretch>
        </p:blipFill>
        <p:spPr>
          <a:xfrm>
            <a:off x="2233311" y="5824197"/>
            <a:ext cx="666478" cy="768350"/>
          </a:xfrm>
          <a:prstGeom prst="rect">
            <a:avLst/>
          </a:prstGeom>
        </p:spPr>
      </p:pic>
      <p:pic>
        <p:nvPicPr>
          <p:cNvPr id="43" name="bg object 43"/>
          <p:cNvPicPr/>
          <p:nvPr/>
        </p:nvPicPr>
        <p:blipFill>
          <a:blip r:embed="rId15" cstate="print"/>
          <a:stretch>
            <a:fillRect/>
          </a:stretch>
        </p:blipFill>
        <p:spPr>
          <a:xfrm>
            <a:off x="13878867" y="8298478"/>
            <a:ext cx="495563" cy="770890"/>
          </a:xfrm>
          <a:prstGeom prst="rect">
            <a:avLst/>
          </a:prstGeom>
        </p:spPr>
      </p:pic>
      <p:pic>
        <p:nvPicPr>
          <p:cNvPr id="44" name="bg object 44"/>
          <p:cNvPicPr/>
          <p:nvPr/>
        </p:nvPicPr>
        <p:blipFill>
          <a:blip r:embed="rId16" cstate="print"/>
          <a:stretch>
            <a:fillRect/>
          </a:stretch>
        </p:blipFill>
        <p:spPr>
          <a:xfrm>
            <a:off x="13870851" y="5572814"/>
            <a:ext cx="788137" cy="770890"/>
          </a:xfrm>
          <a:prstGeom prst="rect">
            <a:avLst/>
          </a:prstGeom>
        </p:spPr>
      </p:pic>
      <p:pic>
        <p:nvPicPr>
          <p:cNvPr id="45" name="bg object 45"/>
          <p:cNvPicPr/>
          <p:nvPr/>
        </p:nvPicPr>
        <p:blipFill>
          <a:blip r:embed="rId17" cstate="print"/>
          <a:stretch>
            <a:fillRect/>
          </a:stretch>
        </p:blipFill>
        <p:spPr>
          <a:xfrm>
            <a:off x="10905526" y="8238815"/>
            <a:ext cx="979988" cy="983044"/>
          </a:xfrm>
          <a:prstGeom prst="rect">
            <a:avLst/>
          </a:prstGeom>
        </p:spPr>
      </p:pic>
      <p:pic>
        <p:nvPicPr>
          <p:cNvPr id="46" name="bg object 46"/>
          <p:cNvPicPr/>
          <p:nvPr/>
        </p:nvPicPr>
        <p:blipFill>
          <a:blip r:embed="rId18" cstate="print"/>
          <a:stretch>
            <a:fillRect/>
          </a:stretch>
        </p:blipFill>
        <p:spPr>
          <a:xfrm>
            <a:off x="12317662" y="8301525"/>
            <a:ext cx="895753" cy="880254"/>
          </a:xfrm>
          <a:prstGeom prst="rect">
            <a:avLst/>
          </a:prstGeom>
        </p:spPr>
      </p:pic>
      <p:pic>
        <p:nvPicPr>
          <p:cNvPr id="47" name="bg object 47"/>
          <p:cNvPicPr/>
          <p:nvPr/>
        </p:nvPicPr>
        <p:blipFill>
          <a:blip r:embed="rId19" cstate="print"/>
          <a:stretch>
            <a:fillRect/>
          </a:stretch>
        </p:blipFill>
        <p:spPr>
          <a:xfrm>
            <a:off x="12374860" y="5707771"/>
            <a:ext cx="782884" cy="922020"/>
          </a:xfrm>
          <a:prstGeom prst="rect">
            <a:avLst/>
          </a:prstGeom>
        </p:spPr>
      </p:pic>
      <p:sp>
        <p:nvSpPr>
          <p:cNvPr id="48" name="bg object 48"/>
          <p:cNvSpPr/>
          <p:nvPr/>
        </p:nvSpPr>
        <p:spPr>
          <a:xfrm>
            <a:off x="5156054" y="6914221"/>
            <a:ext cx="960755" cy="923925"/>
          </a:xfrm>
          <a:custGeom>
            <a:avLst/>
            <a:gdLst/>
            <a:ahLst/>
            <a:cxnLst/>
            <a:rect l="l" t="t" r="r" b="b"/>
            <a:pathLst>
              <a:path w="960754" h="923925">
                <a:moveTo>
                  <a:pt x="945486" y="923877"/>
                </a:moveTo>
                <a:lnTo>
                  <a:pt x="6826" y="923877"/>
                </a:lnTo>
                <a:lnTo>
                  <a:pt x="0" y="917060"/>
                </a:lnTo>
                <a:lnTo>
                  <a:pt x="0" y="905125"/>
                </a:lnTo>
                <a:lnTo>
                  <a:pt x="1149" y="901921"/>
                </a:lnTo>
                <a:lnTo>
                  <a:pt x="3065" y="899361"/>
                </a:lnTo>
                <a:lnTo>
                  <a:pt x="199598" y="575521"/>
                </a:lnTo>
                <a:lnTo>
                  <a:pt x="204789" y="572819"/>
                </a:lnTo>
                <a:lnTo>
                  <a:pt x="383076" y="572819"/>
                </a:lnTo>
                <a:lnTo>
                  <a:pt x="353728" y="520643"/>
                </a:lnTo>
                <a:lnTo>
                  <a:pt x="324719" y="467085"/>
                </a:lnTo>
                <a:lnTo>
                  <a:pt x="297585" y="413931"/>
                </a:lnTo>
                <a:lnTo>
                  <a:pt x="273849" y="362940"/>
                </a:lnTo>
                <a:lnTo>
                  <a:pt x="255032" y="315872"/>
                </a:lnTo>
                <a:lnTo>
                  <a:pt x="242648" y="274493"/>
                </a:lnTo>
                <a:lnTo>
                  <a:pt x="238185" y="240560"/>
                </a:lnTo>
                <a:lnTo>
                  <a:pt x="243081" y="192073"/>
                </a:lnTo>
                <a:lnTo>
                  <a:pt x="257120" y="146917"/>
                </a:lnTo>
                <a:lnTo>
                  <a:pt x="279333" y="106058"/>
                </a:lnTo>
                <a:lnTo>
                  <a:pt x="308750" y="70460"/>
                </a:lnTo>
                <a:lnTo>
                  <a:pt x="344405" y="41086"/>
                </a:lnTo>
                <a:lnTo>
                  <a:pt x="385330" y="18906"/>
                </a:lnTo>
                <a:lnTo>
                  <a:pt x="430553" y="4888"/>
                </a:lnTo>
                <a:lnTo>
                  <a:pt x="479102" y="0"/>
                </a:lnTo>
                <a:lnTo>
                  <a:pt x="527648" y="4888"/>
                </a:lnTo>
                <a:lnTo>
                  <a:pt x="572865" y="18906"/>
                </a:lnTo>
                <a:lnTo>
                  <a:pt x="594731" y="30757"/>
                </a:lnTo>
                <a:lnTo>
                  <a:pt x="479102" y="30757"/>
                </a:lnTo>
                <a:lnTo>
                  <a:pt x="436748" y="35020"/>
                </a:lnTo>
                <a:lnTo>
                  <a:pt x="397304" y="47245"/>
                </a:lnTo>
                <a:lnTo>
                  <a:pt x="361614" y="66587"/>
                </a:lnTo>
                <a:lnTo>
                  <a:pt x="330523" y="92201"/>
                </a:lnTo>
                <a:lnTo>
                  <a:pt x="304871" y="123245"/>
                </a:lnTo>
                <a:lnTo>
                  <a:pt x="285498" y="158882"/>
                </a:lnTo>
                <a:lnTo>
                  <a:pt x="273248" y="198268"/>
                </a:lnTo>
                <a:lnTo>
                  <a:pt x="268965" y="240560"/>
                </a:lnTo>
                <a:lnTo>
                  <a:pt x="273848" y="273920"/>
                </a:lnTo>
                <a:lnTo>
                  <a:pt x="287345" y="315872"/>
                </a:lnTo>
                <a:lnTo>
                  <a:pt x="307676" y="364196"/>
                </a:lnTo>
                <a:lnTo>
                  <a:pt x="333084" y="416820"/>
                </a:lnTo>
                <a:lnTo>
                  <a:pt x="361806" y="471634"/>
                </a:lnTo>
                <a:lnTo>
                  <a:pt x="392080" y="526529"/>
                </a:lnTo>
                <a:lnTo>
                  <a:pt x="422143" y="579396"/>
                </a:lnTo>
                <a:lnTo>
                  <a:pt x="422517" y="579946"/>
                </a:lnTo>
                <a:lnTo>
                  <a:pt x="422895" y="580568"/>
                </a:lnTo>
                <a:lnTo>
                  <a:pt x="423244" y="581237"/>
                </a:lnTo>
                <a:lnTo>
                  <a:pt x="436070" y="603528"/>
                </a:lnTo>
                <a:lnTo>
                  <a:pt x="218430" y="603528"/>
                </a:lnTo>
                <a:lnTo>
                  <a:pt x="132434" y="745238"/>
                </a:lnTo>
                <a:lnTo>
                  <a:pt x="309640" y="745238"/>
                </a:lnTo>
                <a:lnTo>
                  <a:pt x="307098" y="761574"/>
                </a:lnTo>
                <a:lnTo>
                  <a:pt x="306595" y="769610"/>
                </a:lnTo>
                <a:lnTo>
                  <a:pt x="300164" y="775709"/>
                </a:lnTo>
                <a:lnTo>
                  <a:pt x="113920" y="775709"/>
                </a:lnTo>
                <a:lnTo>
                  <a:pt x="88529" y="817564"/>
                </a:lnTo>
                <a:lnTo>
                  <a:pt x="281150" y="817564"/>
                </a:lnTo>
                <a:lnTo>
                  <a:pt x="291241" y="819119"/>
                </a:lnTo>
                <a:lnTo>
                  <a:pt x="296965" y="826964"/>
                </a:lnTo>
                <a:lnTo>
                  <a:pt x="293640" y="848346"/>
                </a:lnTo>
                <a:lnTo>
                  <a:pt x="69870" y="848346"/>
                </a:lnTo>
                <a:lnTo>
                  <a:pt x="42659" y="893191"/>
                </a:lnTo>
                <a:lnTo>
                  <a:pt x="951377" y="893191"/>
                </a:lnTo>
                <a:lnTo>
                  <a:pt x="960265" y="907876"/>
                </a:lnTo>
                <a:lnTo>
                  <a:pt x="958018" y="917060"/>
                </a:lnTo>
                <a:lnTo>
                  <a:pt x="957965" y="917275"/>
                </a:lnTo>
                <a:lnTo>
                  <a:pt x="948240" y="923159"/>
                </a:lnTo>
                <a:lnTo>
                  <a:pt x="945486" y="923877"/>
                </a:lnTo>
                <a:close/>
              </a:path>
              <a:path w="960754" h="923925">
                <a:moveTo>
                  <a:pt x="514330" y="678533"/>
                </a:moveTo>
                <a:lnTo>
                  <a:pt x="479102" y="678533"/>
                </a:lnTo>
                <a:lnTo>
                  <a:pt x="486953" y="664673"/>
                </a:lnTo>
                <a:lnTo>
                  <a:pt x="495342" y="650000"/>
                </a:lnTo>
                <a:lnTo>
                  <a:pt x="535271" y="580568"/>
                </a:lnTo>
                <a:lnTo>
                  <a:pt x="535702" y="579946"/>
                </a:lnTo>
                <a:lnTo>
                  <a:pt x="565799" y="527001"/>
                </a:lnTo>
                <a:lnTo>
                  <a:pt x="596126" y="471990"/>
                </a:lnTo>
                <a:lnTo>
                  <a:pt x="624913" y="417043"/>
                </a:lnTo>
                <a:lnTo>
                  <a:pt x="650429" y="364196"/>
                </a:lnTo>
                <a:lnTo>
                  <a:pt x="670779" y="315872"/>
                </a:lnTo>
                <a:lnTo>
                  <a:pt x="684311" y="273920"/>
                </a:lnTo>
                <a:lnTo>
                  <a:pt x="689215" y="240560"/>
                </a:lnTo>
                <a:lnTo>
                  <a:pt x="684946" y="198268"/>
                </a:lnTo>
                <a:lnTo>
                  <a:pt x="672703" y="158882"/>
                </a:lnTo>
                <a:lnTo>
                  <a:pt x="653332" y="123245"/>
                </a:lnTo>
                <a:lnTo>
                  <a:pt x="627681" y="92201"/>
                </a:lnTo>
                <a:lnTo>
                  <a:pt x="596590" y="66587"/>
                </a:lnTo>
                <a:lnTo>
                  <a:pt x="560901" y="47245"/>
                </a:lnTo>
                <a:lnTo>
                  <a:pt x="521457" y="35020"/>
                </a:lnTo>
                <a:lnTo>
                  <a:pt x="479102" y="30757"/>
                </a:lnTo>
                <a:lnTo>
                  <a:pt x="594731" y="30757"/>
                </a:lnTo>
                <a:lnTo>
                  <a:pt x="649454" y="70460"/>
                </a:lnTo>
                <a:lnTo>
                  <a:pt x="678868" y="106058"/>
                </a:lnTo>
                <a:lnTo>
                  <a:pt x="701079" y="146917"/>
                </a:lnTo>
                <a:lnTo>
                  <a:pt x="715120" y="192073"/>
                </a:lnTo>
                <a:lnTo>
                  <a:pt x="720019" y="240560"/>
                </a:lnTo>
                <a:lnTo>
                  <a:pt x="715617" y="273920"/>
                </a:lnTo>
                <a:lnTo>
                  <a:pt x="703122" y="315872"/>
                </a:lnTo>
                <a:lnTo>
                  <a:pt x="684279" y="362940"/>
                </a:lnTo>
                <a:lnTo>
                  <a:pt x="660534" y="413931"/>
                </a:lnTo>
                <a:lnTo>
                  <a:pt x="633407" y="467085"/>
                </a:lnTo>
                <a:lnTo>
                  <a:pt x="604415" y="520643"/>
                </a:lnTo>
                <a:lnTo>
                  <a:pt x="575094" y="572819"/>
                </a:lnTo>
                <a:lnTo>
                  <a:pt x="754511" y="572819"/>
                </a:lnTo>
                <a:lnTo>
                  <a:pt x="759804" y="576382"/>
                </a:lnTo>
                <a:lnTo>
                  <a:pt x="762271" y="581572"/>
                </a:lnTo>
                <a:lnTo>
                  <a:pt x="775595" y="603528"/>
                </a:lnTo>
                <a:lnTo>
                  <a:pt x="557527" y="603528"/>
                </a:lnTo>
                <a:lnTo>
                  <a:pt x="542721" y="629168"/>
                </a:lnTo>
                <a:lnTo>
                  <a:pt x="541930" y="630507"/>
                </a:lnTo>
                <a:lnTo>
                  <a:pt x="524714" y="660382"/>
                </a:lnTo>
                <a:lnTo>
                  <a:pt x="514330" y="678533"/>
                </a:lnTo>
                <a:close/>
              </a:path>
              <a:path w="960754" h="923925">
                <a:moveTo>
                  <a:pt x="479078" y="333526"/>
                </a:moveTo>
                <a:lnTo>
                  <a:pt x="439917" y="325621"/>
                </a:lnTo>
                <a:lnTo>
                  <a:pt x="407867" y="304084"/>
                </a:lnTo>
                <a:lnTo>
                  <a:pt x="386262" y="272017"/>
                </a:lnTo>
                <a:lnTo>
                  <a:pt x="378381" y="233002"/>
                </a:lnTo>
                <a:lnTo>
                  <a:pt x="380392" y="213101"/>
                </a:lnTo>
                <a:lnTo>
                  <a:pt x="380428" y="212747"/>
                </a:lnTo>
                <a:lnTo>
                  <a:pt x="395580" y="176793"/>
                </a:lnTo>
                <a:lnTo>
                  <a:pt x="423564" y="149146"/>
                </a:lnTo>
                <a:lnTo>
                  <a:pt x="459093" y="134458"/>
                </a:lnTo>
                <a:lnTo>
                  <a:pt x="479054" y="132477"/>
                </a:lnTo>
                <a:lnTo>
                  <a:pt x="498722" y="134458"/>
                </a:lnTo>
                <a:lnTo>
                  <a:pt x="499148" y="134458"/>
                </a:lnTo>
                <a:lnTo>
                  <a:pt x="535370" y="149651"/>
                </a:lnTo>
                <a:lnTo>
                  <a:pt x="551437" y="163235"/>
                </a:lnTo>
                <a:lnTo>
                  <a:pt x="479102" y="163235"/>
                </a:lnTo>
                <a:lnTo>
                  <a:pt x="465251" y="164599"/>
                </a:lnTo>
                <a:lnTo>
                  <a:pt x="430358" y="182919"/>
                </a:lnTo>
                <a:lnTo>
                  <a:pt x="410636" y="218945"/>
                </a:lnTo>
                <a:lnTo>
                  <a:pt x="409232" y="233002"/>
                </a:lnTo>
                <a:lnTo>
                  <a:pt x="410650" y="247068"/>
                </a:lnTo>
                <a:lnTo>
                  <a:pt x="429688" y="282343"/>
                </a:lnTo>
                <a:lnTo>
                  <a:pt x="465022" y="301353"/>
                </a:lnTo>
                <a:lnTo>
                  <a:pt x="479126" y="302768"/>
                </a:lnTo>
                <a:lnTo>
                  <a:pt x="551305" y="302768"/>
                </a:lnTo>
                <a:lnTo>
                  <a:pt x="550218" y="304084"/>
                </a:lnTo>
                <a:lnTo>
                  <a:pt x="535316" y="316353"/>
                </a:lnTo>
                <a:lnTo>
                  <a:pt x="518223" y="325621"/>
                </a:lnTo>
                <a:lnTo>
                  <a:pt x="499342" y="331482"/>
                </a:lnTo>
                <a:lnTo>
                  <a:pt x="479078" y="333526"/>
                </a:lnTo>
                <a:close/>
              </a:path>
              <a:path w="960754" h="923925">
                <a:moveTo>
                  <a:pt x="551305" y="302768"/>
                </a:moveTo>
                <a:lnTo>
                  <a:pt x="479126" y="302768"/>
                </a:lnTo>
                <a:lnTo>
                  <a:pt x="493245" y="301353"/>
                </a:lnTo>
                <a:lnTo>
                  <a:pt x="506384" y="297291"/>
                </a:lnTo>
                <a:lnTo>
                  <a:pt x="537129" y="272017"/>
                </a:lnTo>
                <a:lnTo>
                  <a:pt x="549020" y="233002"/>
                </a:lnTo>
                <a:lnTo>
                  <a:pt x="547654" y="219175"/>
                </a:lnTo>
                <a:lnTo>
                  <a:pt x="529307" y="184378"/>
                </a:lnTo>
                <a:lnTo>
                  <a:pt x="493015" y="164599"/>
                </a:lnTo>
                <a:lnTo>
                  <a:pt x="492644" y="164599"/>
                </a:lnTo>
                <a:lnTo>
                  <a:pt x="479102" y="163235"/>
                </a:lnTo>
                <a:lnTo>
                  <a:pt x="551437" y="163235"/>
                </a:lnTo>
                <a:lnTo>
                  <a:pt x="563082" y="177641"/>
                </a:lnTo>
                <a:lnTo>
                  <a:pt x="572099" y="194519"/>
                </a:lnTo>
                <a:lnTo>
                  <a:pt x="577683" y="212747"/>
                </a:lnTo>
                <a:lnTo>
                  <a:pt x="577792" y="213101"/>
                </a:lnTo>
                <a:lnTo>
                  <a:pt x="577724" y="253240"/>
                </a:lnTo>
                <a:lnTo>
                  <a:pt x="562536" y="289187"/>
                </a:lnTo>
                <a:lnTo>
                  <a:pt x="551305" y="302768"/>
                </a:lnTo>
                <a:close/>
              </a:path>
              <a:path w="960754" h="923925">
                <a:moveTo>
                  <a:pt x="309640" y="745238"/>
                </a:moveTo>
                <a:lnTo>
                  <a:pt x="278618" y="745238"/>
                </a:lnTo>
                <a:lnTo>
                  <a:pt x="300662" y="603528"/>
                </a:lnTo>
                <a:lnTo>
                  <a:pt x="331697" y="603528"/>
                </a:lnTo>
                <a:lnTo>
                  <a:pt x="309640" y="745238"/>
                </a:lnTo>
                <a:close/>
              </a:path>
              <a:path w="960754" h="923925">
                <a:moveTo>
                  <a:pt x="907486" y="820865"/>
                </a:moveTo>
                <a:lnTo>
                  <a:pt x="871616" y="820865"/>
                </a:lnTo>
                <a:lnTo>
                  <a:pt x="846369" y="779249"/>
                </a:lnTo>
                <a:lnTo>
                  <a:pt x="337364" y="775709"/>
                </a:lnTo>
                <a:lnTo>
                  <a:pt x="362428" y="775709"/>
                </a:lnTo>
                <a:lnTo>
                  <a:pt x="354045" y="774417"/>
                </a:lnTo>
                <a:lnTo>
                  <a:pt x="348320" y="766573"/>
                </a:lnTo>
                <a:lnTo>
                  <a:pt x="373686" y="603528"/>
                </a:lnTo>
                <a:lnTo>
                  <a:pt x="436070" y="603528"/>
                </a:lnTo>
                <a:lnTo>
                  <a:pt x="439304" y="609149"/>
                </a:lnTo>
                <a:lnTo>
                  <a:pt x="403891" y="609149"/>
                </a:lnTo>
                <a:lnTo>
                  <a:pt x="382722" y="745238"/>
                </a:lnTo>
                <a:lnTo>
                  <a:pt x="382692" y="745430"/>
                </a:lnTo>
                <a:lnTo>
                  <a:pt x="863580" y="748515"/>
                </a:lnTo>
                <a:lnTo>
                  <a:pt x="907486" y="820865"/>
                </a:lnTo>
                <a:close/>
              </a:path>
              <a:path w="960754" h="923925">
                <a:moveTo>
                  <a:pt x="863580" y="748515"/>
                </a:moveTo>
                <a:lnTo>
                  <a:pt x="827734" y="748515"/>
                </a:lnTo>
                <a:lnTo>
                  <a:pt x="739751" y="603528"/>
                </a:lnTo>
                <a:lnTo>
                  <a:pt x="775595" y="603528"/>
                </a:lnTo>
                <a:lnTo>
                  <a:pt x="863580" y="748515"/>
                </a:lnTo>
                <a:close/>
              </a:path>
              <a:path w="960754" h="923925">
                <a:moveTo>
                  <a:pt x="485054" y="724430"/>
                </a:moveTo>
                <a:lnTo>
                  <a:pt x="473306" y="724430"/>
                </a:lnTo>
                <a:lnTo>
                  <a:pt x="472827" y="724239"/>
                </a:lnTo>
                <a:lnTo>
                  <a:pt x="455947" y="699912"/>
                </a:lnTo>
                <a:lnTo>
                  <a:pt x="444474" y="679585"/>
                </a:lnTo>
                <a:lnTo>
                  <a:pt x="431660" y="657230"/>
                </a:lnTo>
                <a:lnTo>
                  <a:pt x="403891" y="609149"/>
                </a:lnTo>
                <a:lnTo>
                  <a:pt x="439304" y="609149"/>
                </a:lnTo>
                <a:lnTo>
                  <a:pt x="462751" y="649811"/>
                </a:lnTo>
                <a:lnTo>
                  <a:pt x="471256" y="664673"/>
                </a:lnTo>
                <a:lnTo>
                  <a:pt x="479102" y="678533"/>
                </a:lnTo>
                <a:lnTo>
                  <a:pt x="514330" y="678533"/>
                </a:lnTo>
                <a:lnTo>
                  <a:pt x="513905" y="679274"/>
                </a:lnTo>
                <a:lnTo>
                  <a:pt x="513834" y="679442"/>
                </a:lnTo>
                <a:lnTo>
                  <a:pt x="513043" y="680781"/>
                </a:lnTo>
                <a:lnTo>
                  <a:pt x="505156" y="694789"/>
                </a:lnTo>
                <a:lnTo>
                  <a:pt x="500660" y="702851"/>
                </a:lnTo>
                <a:lnTo>
                  <a:pt x="496487" y="710438"/>
                </a:lnTo>
                <a:lnTo>
                  <a:pt x="492361" y="718092"/>
                </a:lnTo>
                <a:lnTo>
                  <a:pt x="491629" y="719169"/>
                </a:lnTo>
                <a:lnTo>
                  <a:pt x="485524" y="724239"/>
                </a:lnTo>
                <a:lnTo>
                  <a:pt x="485054" y="724430"/>
                </a:lnTo>
                <a:close/>
              </a:path>
              <a:path w="960754" h="923925">
                <a:moveTo>
                  <a:pt x="359698" y="893191"/>
                </a:moveTo>
                <a:lnTo>
                  <a:pt x="328655" y="893191"/>
                </a:lnTo>
                <a:lnTo>
                  <a:pt x="338356" y="830743"/>
                </a:lnTo>
                <a:lnTo>
                  <a:pt x="339434" y="823328"/>
                </a:lnTo>
                <a:lnTo>
                  <a:pt x="345934" y="817564"/>
                </a:lnTo>
                <a:lnTo>
                  <a:pt x="342065" y="817564"/>
                </a:lnTo>
                <a:lnTo>
                  <a:pt x="907486" y="820865"/>
                </a:lnTo>
                <a:lnTo>
                  <a:pt x="924163" y="848346"/>
                </a:lnTo>
                <a:lnTo>
                  <a:pt x="366672" y="848346"/>
                </a:lnTo>
                <a:lnTo>
                  <a:pt x="359698" y="893191"/>
                </a:lnTo>
                <a:close/>
              </a:path>
              <a:path w="960754" h="923925">
                <a:moveTo>
                  <a:pt x="286666" y="893191"/>
                </a:moveTo>
                <a:lnTo>
                  <a:pt x="255599" y="893191"/>
                </a:lnTo>
                <a:lnTo>
                  <a:pt x="262569" y="848346"/>
                </a:lnTo>
                <a:lnTo>
                  <a:pt x="293640" y="848346"/>
                </a:lnTo>
                <a:lnTo>
                  <a:pt x="286666" y="893191"/>
                </a:lnTo>
                <a:close/>
              </a:path>
              <a:path w="960754" h="923925">
                <a:moveTo>
                  <a:pt x="951377" y="893191"/>
                </a:moveTo>
                <a:lnTo>
                  <a:pt x="915521" y="893191"/>
                </a:lnTo>
                <a:lnTo>
                  <a:pt x="890299" y="851622"/>
                </a:lnTo>
                <a:lnTo>
                  <a:pt x="362814" y="848346"/>
                </a:lnTo>
                <a:lnTo>
                  <a:pt x="924163" y="848346"/>
                </a:lnTo>
                <a:lnTo>
                  <a:pt x="951377" y="893191"/>
                </a:lnTo>
                <a:close/>
              </a:path>
            </a:pathLst>
          </a:custGeom>
          <a:solidFill>
            <a:srgbClr val="000000"/>
          </a:solidFill>
        </p:spPr>
        <p:txBody>
          <a:bodyPr wrap="square" lIns="0" tIns="0" rIns="0" bIns="0" rtlCol="0"/>
          <a:lstStyle/>
          <a:p>
            <a:endParaRPr/>
          </a:p>
        </p:txBody>
      </p:sp>
      <p:pic>
        <p:nvPicPr>
          <p:cNvPr id="49" name="bg object 49"/>
          <p:cNvPicPr/>
          <p:nvPr/>
        </p:nvPicPr>
        <p:blipFill>
          <a:blip r:embed="rId20" cstate="print"/>
          <a:stretch>
            <a:fillRect/>
          </a:stretch>
        </p:blipFill>
        <p:spPr>
          <a:xfrm>
            <a:off x="3607105" y="6920943"/>
            <a:ext cx="922246" cy="947419"/>
          </a:xfrm>
          <a:prstGeom prst="rect">
            <a:avLst/>
          </a:prstGeom>
        </p:spPr>
      </p:pic>
      <p:pic>
        <p:nvPicPr>
          <p:cNvPr id="50" name="bg object 50"/>
          <p:cNvPicPr/>
          <p:nvPr/>
        </p:nvPicPr>
        <p:blipFill>
          <a:blip r:embed="rId21" cstate="print"/>
          <a:stretch>
            <a:fillRect/>
          </a:stretch>
        </p:blipFill>
        <p:spPr>
          <a:xfrm>
            <a:off x="2129082" y="7048362"/>
            <a:ext cx="876210" cy="875029"/>
          </a:xfrm>
          <a:prstGeom prst="rect">
            <a:avLst/>
          </a:prstGeom>
        </p:spPr>
      </p:pic>
      <p:sp>
        <p:nvSpPr>
          <p:cNvPr id="51" name="bg object 51"/>
          <p:cNvSpPr/>
          <p:nvPr/>
        </p:nvSpPr>
        <p:spPr>
          <a:xfrm>
            <a:off x="2213476" y="2968653"/>
            <a:ext cx="713740" cy="471805"/>
          </a:xfrm>
          <a:custGeom>
            <a:avLst/>
            <a:gdLst/>
            <a:ahLst/>
            <a:cxnLst/>
            <a:rect l="l" t="t" r="r" b="b"/>
            <a:pathLst>
              <a:path w="713739" h="471804">
                <a:moveTo>
                  <a:pt x="37903" y="471633"/>
                </a:moveTo>
                <a:lnTo>
                  <a:pt x="32685" y="471617"/>
                </a:lnTo>
                <a:lnTo>
                  <a:pt x="26621" y="471552"/>
                </a:lnTo>
                <a:lnTo>
                  <a:pt x="0" y="442837"/>
                </a:lnTo>
                <a:lnTo>
                  <a:pt x="898" y="430742"/>
                </a:lnTo>
                <a:lnTo>
                  <a:pt x="183913" y="173448"/>
                </a:lnTo>
                <a:lnTo>
                  <a:pt x="209107" y="161834"/>
                </a:lnTo>
                <a:lnTo>
                  <a:pt x="211482" y="161944"/>
                </a:lnTo>
                <a:lnTo>
                  <a:pt x="357471" y="305771"/>
                </a:lnTo>
                <a:lnTo>
                  <a:pt x="601535" y="64781"/>
                </a:lnTo>
                <a:lnTo>
                  <a:pt x="519124" y="64781"/>
                </a:lnTo>
                <a:lnTo>
                  <a:pt x="488313" y="40698"/>
                </a:lnTo>
                <a:lnTo>
                  <a:pt x="487516" y="36626"/>
                </a:lnTo>
                <a:lnTo>
                  <a:pt x="487516" y="28172"/>
                </a:lnTo>
                <a:lnTo>
                  <a:pt x="514898" y="119"/>
                </a:lnTo>
                <a:lnTo>
                  <a:pt x="685348" y="0"/>
                </a:lnTo>
                <a:lnTo>
                  <a:pt x="689493" y="809"/>
                </a:lnTo>
                <a:lnTo>
                  <a:pt x="713550" y="28102"/>
                </a:lnTo>
                <a:lnTo>
                  <a:pt x="713548" y="194327"/>
                </a:lnTo>
                <a:lnTo>
                  <a:pt x="713653" y="198689"/>
                </a:lnTo>
                <a:lnTo>
                  <a:pt x="685529" y="227502"/>
                </a:lnTo>
                <a:lnTo>
                  <a:pt x="676802" y="227502"/>
                </a:lnTo>
                <a:lnTo>
                  <a:pt x="648678" y="198689"/>
                </a:lnTo>
                <a:lnTo>
                  <a:pt x="648784" y="194327"/>
                </a:lnTo>
                <a:lnTo>
                  <a:pt x="648784" y="109260"/>
                </a:lnTo>
                <a:lnTo>
                  <a:pt x="379331" y="375240"/>
                </a:lnTo>
                <a:lnTo>
                  <a:pt x="355934" y="384538"/>
                </a:lnTo>
                <a:lnTo>
                  <a:pt x="346809" y="384372"/>
                </a:lnTo>
                <a:lnTo>
                  <a:pt x="339137" y="380950"/>
                </a:lnTo>
                <a:lnTo>
                  <a:pt x="332916" y="374273"/>
                </a:lnTo>
                <a:lnTo>
                  <a:pt x="212099" y="245239"/>
                </a:lnTo>
                <a:lnTo>
                  <a:pt x="55965" y="462387"/>
                </a:lnTo>
                <a:lnTo>
                  <a:pt x="52123" y="465696"/>
                </a:lnTo>
                <a:lnTo>
                  <a:pt x="42834" y="470452"/>
                </a:lnTo>
                <a:lnTo>
                  <a:pt x="37903" y="471633"/>
                </a:lnTo>
                <a:close/>
              </a:path>
            </a:pathLst>
          </a:custGeom>
          <a:solidFill>
            <a:srgbClr val="000000"/>
          </a:solidFill>
        </p:spPr>
        <p:txBody>
          <a:bodyPr wrap="square" lIns="0" tIns="0" rIns="0" bIns="0" rtlCol="0"/>
          <a:lstStyle/>
          <a:p>
            <a:endParaRPr/>
          </a:p>
        </p:txBody>
      </p:sp>
      <p:sp>
        <p:nvSpPr>
          <p:cNvPr id="52" name="bg object 52"/>
          <p:cNvSpPr/>
          <p:nvPr/>
        </p:nvSpPr>
        <p:spPr>
          <a:xfrm>
            <a:off x="2084261" y="3810675"/>
            <a:ext cx="971550" cy="129539"/>
          </a:xfrm>
          <a:custGeom>
            <a:avLst/>
            <a:gdLst/>
            <a:ahLst/>
            <a:cxnLst/>
            <a:rect l="l" t="t" r="r" b="b"/>
            <a:pathLst>
              <a:path w="971550" h="129539">
                <a:moveTo>
                  <a:pt x="880772" y="129538"/>
                </a:moveTo>
                <a:lnTo>
                  <a:pt x="90777" y="129538"/>
                </a:lnTo>
                <a:lnTo>
                  <a:pt x="84462" y="128910"/>
                </a:lnTo>
                <a:lnTo>
                  <a:pt x="37904" y="109593"/>
                </a:lnTo>
                <a:lnTo>
                  <a:pt x="9869" y="75443"/>
                </a:lnTo>
                <a:lnTo>
                  <a:pt x="0" y="0"/>
                </a:lnTo>
                <a:lnTo>
                  <a:pt x="971550" y="0"/>
                </a:lnTo>
                <a:lnTo>
                  <a:pt x="971542" y="38768"/>
                </a:lnTo>
                <a:lnTo>
                  <a:pt x="958686" y="81039"/>
                </a:lnTo>
                <a:lnTo>
                  <a:pt x="923043" y="116682"/>
                </a:lnTo>
                <a:lnTo>
                  <a:pt x="880772" y="129538"/>
                </a:lnTo>
                <a:close/>
              </a:path>
            </a:pathLst>
          </a:custGeom>
          <a:solidFill>
            <a:srgbClr val="000000"/>
          </a:solidFill>
        </p:spPr>
        <p:txBody>
          <a:bodyPr wrap="square" lIns="0" tIns="0" rIns="0" bIns="0" rtlCol="0"/>
          <a:lstStyle/>
          <a:p>
            <a:endParaRPr/>
          </a:p>
        </p:txBody>
      </p:sp>
      <p:pic>
        <p:nvPicPr>
          <p:cNvPr id="53" name="bg object 53"/>
          <p:cNvPicPr/>
          <p:nvPr/>
        </p:nvPicPr>
        <p:blipFill>
          <a:blip r:embed="rId22" cstate="print"/>
          <a:stretch>
            <a:fillRect/>
          </a:stretch>
        </p:blipFill>
        <p:spPr>
          <a:xfrm>
            <a:off x="2149025" y="3551606"/>
            <a:ext cx="226701" cy="194305"/>
          </a:xfrm>
          <a:prstGeom prst="rect">
            <a:avLst/>
          </a:prstGeom>
        </p:spPr>
      </p:pic>
      <p:sp>
        <p:nvSpPr>
          <p:cNvPr id="54" name="bg object 54"/>
          <p:cNvSpPr/>
          <p:nvPr/>
        </p:nvSpPr>
        <p:spPr>
          <a:xfrm>
            <a:off x="2456695" y="3422055"/>
            <a:ext cx="226695" cy="324485"/>
          </a:xfrm>
          <a:custGeom>
            <a:avLst/>
            <a:gdLst/>
            <a:ahLst/>
            <a:cxnLst/>
            <a:rect l="l" t="t" r="r" b="b"/>
            <a:pathLst>
              <a:path w="226694" h="324485">
                <a:moveTo>
                  <a:pt x="226682" y="323856"/>
                </a:moveTo>
                <a:lnTo>
                  <a:pt x="0" y="323856"/>
                </a:lnTo>
                <a:lnTo>
                  <a:pt x="3" y="60530"/>
                </a:lnTo>
                <a:lnTo>
                  <a:pt x="15978" y="22004"/>
                </a:lnTo>
                <a:lnTo>
                  <a:pt x="56301" y="424"/>
                </a:lnTo>
                <a:lnTo>
                  <a:pt x="64763" y="0"/>
                </a:lnTo>
                <a:lnTo>
                  <a:pt x="166170" y="5"/>
                </a:lnTo>
                <a:lnTo>
                  <a:pt x="204692" y="15990"/>
                </a:lnTo>
                <a:lnTo>
                  <a:pt x="226260" y="56320"/>
                </a:lnTo>
                <a:lnTo>
                  <a:pt x="226682" y="323856"/>
                </a:lnTo>
                <a:close/>
              </a:path>
            </a:pathLst>
          </a:custGeom>
          <a:solidFill>
            <a:srgbClr val="000000"/>
          </a:solidFill>
        </p:spPr>
        <p:txBody>
          <a:bodyPr wrap="square" lIns="0" tIns="0" rIns="0" bIns="0" rtlCol="0"/>
          <a:lstStyle/>
          <a:p>
            <a:endParaRPr/>
          </a:p>
        </p:txBody>
      </p:sp>
      <p:sp>
        <p:nvSpPr>
          <p:cNvPr id="55" name="bg object 55"/>
          <p:cNvSpPr/>
          <p:nvPr/>
        </p:nvSpPr>
        <p:spPr>
          <a:xfrm>
            <a:off x="2764346" y="3292527"/>
            <a:ext cx="226695" cy="453390"/>
          </a:xfrm>
          <a:custGeom>
            <a:avLst/>
            <a:gdLst/>
            <a:ahLst/>
            <a:cxnLst/>
            <a:rect l="l" t="t" r="r" b="b"/>
            <a:pathLst>
              <a:path w="226694" h="453389">
                <a:moveTo>
                  <a:pt x="226701" y="453383"/>
                </a:moveTo>
                <a:lnTo>
                  <a:pt x="0" y="453383"/>
                </a:lnTo>
                <a:lnTo>
                  <a:pt x="4" y="60512"/>
                </a:lnTo>
                <a:lnTo>
                  <a:pt x="15985" y="21996"/>
                </a:lnTo>
                <a:lnTo>
                  <a:pt x="56302" y="423"/>
                </a:lnTo>
                <a:lnTo>
                  <a:pt x="64763" y="0"/>
                </a:lnTo>
                <a:lnTo>
                  <a:pt x="166170" y="3"/>
                </a:lnTo>
                <a:lnTo>
                  <a:pt x="204696" y="15978"/>
                </a:lnTo>
                <a:lnTo>
                  <a:pt x="226277" y="56301"/>
                </a:lnTo>
                <a:lnTo>
                  <a:pt x="226701" y="453383"/>
                </a:lnTo>
                <a:close/>
              </a:path>
            </a:pathLst>
          </a:custGeom>
          <a:solidFill>
            <a:srgbClr val="000000"/>
          </a:solidFill>
        </p:spPr>
        <p:txBody>
          <a:bodyPr wrap="square" lIns="0" tIns="0" rIns="0" bIns="0" rtlCol="0"/>
          <a:lstStyle/>
          <a:p>
            <a:endParaRPr/>
          </a:p>
        </p:txBody>
      </p:sp>
      <p:pic>
        <p:nvPicPr>
          <p:cNvPr id="56" name="bg object 56"/>
          <p:cNvPicPr/>
          <p:nvPr/>
        </p:nvPicPr>
        <p:blipFill>
          <a:blip r:embed="rId23" cstate="print"/>
          <a:stretch>
            <a:fillRect/>
          </a:stretch>
        </p:blipFill>
        <p:spPr>
          <a:xfrm>
            <a:off x="14955646" y="7049596"/>
            <a:ext cx="1067142" cy="793335"/>
          </a:xfrm>
          <a:prstGeom prst="rect">
            <a:avLst/>
          </a:prstGeom>
        </p:spPr>
      </p:pic>
      <p:sp>
        <p:nvSpPr>
          <p:cNvPr id="57" name="bg object 57"/>
          <p:cNvSpPr/>
          <p:nvPr/>
        </p:nvSpPr>
        <p:spPr>
          <a:xfrm>
            <a:off x="15137621" y="4377827"/>
            <a:ext cx="702310" cy="981075"/>
          </a:xfrm>
          <a:custGeom>
            <a:avLst/>
            <a:gdLst/>
            <a:ahLst/>
            <a:cxnLst/>
            <a:rect l="l" t="t" r="r" b="b"/>
            <a:pathLst>
              <a:path w="702309" h="981075">
                <a:moveTo>
                  <a:pt x="366067" y="513080"/>
                </a:moveTo>
                <a:lnTo>
                  <a:pt x="316570" y="509270"/>
                </a:lnTo>
                <a:lnTo>
                  <a:pt x="274303" y="492760"/>
                </a:lnTo>
                <a:lnTo>
                  <a:pt x="237722" y="466090"/>
                </a:lnTo>
                <a:lnTo>
                  <a:pt x="211114" y="435610"/>
                </a:lnTo>
                <a:lnTo>
                  <a:pt x="182778" y="394970"/>
                </a:lnTo>
                <a:lnTo>
                  <a:pt x="159635" y="351790"/>
                </a:lnTo>
                <a:lnTo>
                  <a:pt x="142235" y="306070"/>
                </a:lnTo>
                <a:lnTo>
                  <a:pt x="124240" y="232410"/>
                </a:lnTo>
                <a:lnTo>
                  <a:pt x="116940" y="182880"/>
                </a:lnTo>
                <a:lnTo>
                  <a:pt x="113821" y="132080"/>
                </a:lnTo>
                <a:lnTo>
                  <a:pt x="114121" y="118110"/>
                </a:lnTo>
                <a:lnTo>
                  <a:pt x="114148" y="116840"/>
                </a:lnTo>
                <a:lnTo>
                  <a:pt x="114257" y="111760"/>
                </a:lnTo>
                <a:lnTo>
                  <a:pt x="114339" y="107950"/>
                </a:lnTo>
                <a:lnTo>
                  <a:pt x="114421" y="104140"/>
                </a:lnTo>
                <a:lnTo>
                  <a:pt x="114530" y="99060"/>
                </a:lnTo>
                <a:lnTo>
                  <a:pt x="114557" y="97790"/>
                </a:lnTo>
                <a:lnTo>
                  <a:pt x="114666" y="92710"/>
                </a:lnTo>
                <a:lnTo>
                  <a:pt x="114748" y="88900"/>
                </a:lnTo>
                <a:lnTo>
                  <a:pt x="114857" y="83820"/>
                </a:lnTo>
                <a:lnTo>
                  <a:pt x="114884" y="82550"/>
                </a:lnTo>
                <a:lnTo>
                  <a:pt x="120129" y="31750"/>
                </a:lnTo>
                <a:lnTo>
                  <a:pt x="120630" y="27940"/>
                </a:lnTo>
                <a:lnTo>
                  <a:pt x="120867" y="24130"/>
                </a:lnTo>
                <a:lnTo>
                  <a:pt x="121953" y="3810"/>
                </a:lnTo>
                <a:lnTo>
                  <a:pt x="124529" y="1270"/>
                </a:lnTo>
                <a:lnTo>
                  <a:pt x="127884" y="0"/>
                </a:lnTo>
                <a:lnTo>
                  <a:pt x="577605" y="0"/>
                </a:lnTo>
                <a:lnTo>
                  <a:pt x="578496" y="6350"/>
                </a:lnTo>
                <a:lnTo>
                  <a:pt x="585447" y="62230"/>
                </a:lnTo>
                <a:lnTo>
                  <a:pt x="586697" y="88900"/>
                </a:lnTo>
                <a:lnTo>
                  <a:pt x="586816" y="91440"/>
                </a:lnTo>
                <a:lnTo>
                  <a:pt x="351373" y="91440"/>
                </a:lnTo>
                <a:lnTo>
                  <a:pt x="343312" y="92710"/>
                </a:lnTo>
                <a:lnTo>
                  <a:pt x="337326" y="97790"/>
                </a:lnTo>
                <a:lnTo>
                  <a:pt x="333412" y="104140"/>
                </a:lnTo>
                <a:lnTo>
                  <a:pt x="329725" y="111760"/>
                </a:lnTo>
                <a:lnTo>
                  <a:pt x="326155" y="118110"/>
                </a:lnTo>
                <a:lnTo>
                  <a:pt x="322664" y="125730"/>
                </a:lnTo>
                <a:lnTo>
                  <a:pt x="319211" y="132080"/>
                </a:lnTo>
                <a:lnTo>
                  <a:pt x="315606" y="139700"/>
                </a:lnTo>
                <a:lnTo>
                  <a:pt x="290113" y="171450"/>
                </a:lnTo>
                <a:lnTo>
                  <a:pt x="281985" y="173990"/>
                </a:lnTo>
                <a:lnTo>
                  <a:pt x="257394" y="177800"/>
                </a:lnTo>
                <a:lnTo>
                  <a:pt x="249621" y="177800"/>
                </a:lnTo>
                <a:lnTo>
                  <a:pt x="217956" y="182880"/>
                </a:lnTo>
                <a:lnTo>
                  <a:pt x="211969" y="187960"/>
                </a:lnTo>
                <a:lnTo>
                  <a:pt x="208107" y="195580"/>
                </a:lnTo>
                <a:lnTo>
                  <a:pt x="207185" y="203200"/>
                </a:lnTo>
                <a:lnTo>
                  <a:pt x="209598" y="209550"/>
                </a:lnTo>
                <a:lnTo>
                  <a:pt x="215347" y="215900"/>
                </a:lnTo>
                <a:lnTo>
                  <a:pt x="237571" y="238760"/>
                </a:lnTo>
                <a:lnTo>
                  <a:pt x="259900" y="259080"/>
                </a:lnTo>
                <a:lnTo>
                  <a:pt x="263164" y="261620"/>
                </a:lnTo>
                <a:lnTo>
                  <a:pt x="265421" y="265430"/>
                </a:lnTo>
                <a:lnTo>
                  <a:pt x="267921" y="273050"/>
                </a:lnTo>
                <a:lnTo>
                  <a:pt x="267938" y="276860"/>
                </a:lnTo>
                <a:lnTo>
                  <a:pt x="266722" y="280670"/>
                </a:lnTo>
                <a:lnTo>
                  <a:pt x="263474" y="297180"/>
                </a:lnTo>
                <a:lnTo>
                  <a:pt x="260788" y="312420"/>
                </a:lnTo>
                <a:lnTo>
                  <a:pt x="258597" y="327660"/>
                </a:lnTo>
                <a:lnTo>
                  <a:pt x="256837" y="340360"/>
                </a:lnTo>
                <a:lnTo>
                  <a:pt x="256002" y="346710"/>
                </a:lnTo>
                <a:lnTo>
                  <a:pt x="256879" y="358140"/>
                </a:lnTo>
                <a:lnTo>
                  <a:pt x="256976" y="359410"/>
                </a:lnTo>
                <a:lnTo>
                  <a:pt x="262963" y="363220"/>
                </a:lnTo>
                <a:lnTo>
                  <a:pt x="271029" y="365760"/>
                </a:lnTo>
                <a:lnTo>
                  <a:pt x="426278" y="365760"/>
                </a:lnTo>
                <a:lnTo>
                  <a:pt x="427252" y="367030"/>
                </a:lnTo>
                <a:lnTo>
                  <a:pt x="534458" y="367030"/>
                </a:lnTo>
                <a:lnTo>
                  <a:pt x="520595" y="393700"/>
                </a:lnTo>
                <a:lnTo>
                  <a:pt x="485259" y="443230"/>
                </a:lnTo>
                <a:lnTo>
                  <a:pt x="431963" y="488950"/>
                </a:lnTo>
                <a:lnTo>
                  <a:pt x="399469" y="505460"/>
                </a:lnTo>
                <a:lnTo>
                  <a:pt x="366067" y="513080"/>
                </a:lnTo>
                <a:close/>
              </a:path>
              <a:path w="702309" h="981075">
                <a:moveTo>
                  <a:pt x="119544" y="367030"/>
                </a:moveTo>
                <a:lnTo>
                  <a:pt x="106932" y="361950"/>
                </a:lnTo>
                <a:lnTo>
                  <a:pt x="100788" y="358140"/>
                </a:lnTo>
                <a:lnTo>
                  <a:pt x="94753" y="355600"/>
                </a:lnTo>
                <a:lnTo>
                  <a:pt x="66623" y="335280"/>
                </a:lnTo>
                <a:lnTo>
                  <a:pt x="61459" y="331470"/>
                </a:lnTo>
                <a:lnTo>
                  <a:pt x="34251" y="300990"/>
                </a:lnTo>
                <a:lnTo>
                  <a:pt x="30402" y="294640"/>
                </a:lnTo>
                <a:lnTo>
                  <a:pt x="26770" y="289560"/>
                </a:lnTo>
                <a:lnTo>
                  <a:pt x="9661" y="251460"/>
                </a:lnTo>
                <a:lnTo>
                  <a:pt x="1142" y="210820"/>
                </a:lnTo>
                <a:lnTo>
                  <a:pt x="703" y="205740"/>
                </a:lnTo>
                <a:lnTo>
                  <a:pt x="593" y="204470"/>
                </a:lnTo>
                <a:lnTo>
                  <a:pt x="295" y="198120"/>
                </a:lnTo>
                <a:lnTo>
                  <a:pt x="212" y="88900"/>
                </a:lnTo>
                <a:lnTo>
                  <a:pt x="0" y="83820"/>
                </a:lnTo>
                <a:lnTo>
                  <a:pt x="29337" y="49530"/>
                </a:lnTo>
                <a:lnTo>
                  <a:pt x="34495" y="48260"/>
                </a:lnTo>
                <a:lnTo>
                  <a:pt x="73153" y="48260"/>
                </a:lnTo>
                <a:lnTo>
                  <a:pt x="70140" y="88900"/>
                </a:lnTo>
                <a:lnTo>
                  <a:pt x="70023" y="99060"/>
                </a:lnTo>
                <a:lnTo>
                  <a:pt x="69920" y="107950"/>
                </a:lnTo>
                <a:lnTo>
                  <a:pt x="69801" y="132080"/>
                </a:lnTo>
                <a:lnTo>
                  <a:pt x="71745" y="170180"/>
                </a:lnTo>
                <a:lnTo>
                  <a:pt x="76363" y="210820"/>
                </a:lnTo>
                <a:lnTo>
                  <a:pt x="83480" y="251460"/>
                </a:lnTo>
                <a:lnTo>
                  <a:pt x="93049" y="290830"/>
                </a:lnTo>
                <a:lnTo>
                  <a:pt x="105070" y="328930"/>
                </a:lnTo>
                <a:lnTo>
                  <a:pt x="119544" y="367030"/>
                </a:lnTo>
                <a:close/>
              </a:path>
              <a:path w="702309" h="981075">
                <a:moveTo>
                  <a:pt x="662985" y="49530"/>
                </a:moveTo>
                <a:lnTo>
                  <a:pt x="637403" y="49530"/>
                </a:lnTo>
                <a:lnTo>
                  <a:pt x="645937" y="48260"/>
                </a:lnTo>
                <a:lnTo>
                  <a:pt x="654464" y="48260"/>
                </a:lnTo>
                <a:lnTo>
                  <a:pt x="662985" y="49530"/>
                </a:lnTo>
                <a:close/>
              </a:path>
              <a:path w="702309" h="981075">
                <a:moveTo>
                  <a:pt x="582464" y="367030"/>
                </a:moveTo>
                <a:lnTo>
                  <a:pt x="596919" y="328930"/>
                </a:lnTo>
                <a:lnTo>
                  <a:pt x="608926" y="290830"/>
                </a:lnTo>
                <a:lnTo>
                  <a:pt x="618484" y="251460"/>
                </a:lnTo>
                <a:lnTo>
                  <a:pt x="625593" y="210820"/>
                </a:lnTo>
                <a:lnTo>
                  <a:pt x="630208" y="170180"/>
                </a:lnTo>
                <a:lnTo>
                  <a:pt x="632216" y="132080"/>
                </a:lnTo>
                <a:lnTo>
                  <a:pt x="632138" y="118110"/>
                </a:lnTo>
                <a:lnTo>
                  <a:pt x="629094" y="53340"/>
                </a:lnTo>
                <a:lnTo>
                  <a:pt x="629001" y="52070"/>
                </a:lnTo>
                <a:lnTo>
                  <a:pt x="628907" y="50800"/>
                </a:lnTo>
                <a:lnTo>
                  <a:pt x="628813" y="49530"/>
                </a:lnTo>
                <a:lnTo>
                  <a:pt x="671500" y="49530"/>
                </a:lnTo>
                <a:lnTo>
                  <a:pt x="700694" y="77470"/>
                </a:lnTo>
                <a:lnTo>
                  <a:pt x="701127" y="92710"/>
                </a:lnTo>
                <a:lnTo>
                  <a:pt x="701227" y="99060"/>
                </a:lnTo>
                <a:lnTo>
                  <a:pt x="701333" y="104140"/>
                </a:lnTo>
                <a:lnTo>
                  <a:pt x="701412" y="107950"/>
                </a:lnTo>
                <a:lnTo>
                  <a:pt x="702274" y="139700"/>
                </a:lnTo>
                <a:lnTo>
                  <a:pt x="702153" y="161290"/>
                </a:lnTo>
                <a:lnTo>
                  <a:pt x="702040" y="170180"/>
                </a:lnTo>
                <a:lnTo>
                  <a:pt x="700820" y="193040"/>
                </a:lnTo>
                <a:lnTo>
                  <a:pt x="700752" y="194310"/>
                </a:lnTo>
                <a:lnTo>
                  <a:pt x="700684" y="195580"/>
                </a:lnTo>
                <a:lnTo>
                  <a:pt x="700616" y="196850"/>
                </a:lnTo>
                <a:lnTo>
                  <a:pt x="698107" y="223520"/>
                </a:lnTo>
                <a:lnTo>
                  <a:pt x="685433" y="270510"/>
                </a:lnTo>
                <a:lnTo>
                  <a:pt x="661869" y="309880"/>
                </a:lnTo>
                <a:lnTo>
                  <a:pt x="627513" y="342900"/>
                </a:lnTo>
                <a:lnTo>
                  <a:pt x="582464" y="367030"/>
                </a:lnTo>
                <a:close/>
              </a:path>
              <a:path w="702309" h="981075">
                <a:moveTo>
                  <a:pt x="534458" y="367030"/>
                </a:moveTo>
                <a:lnTo>
                  <a:pt x="434943" y="367030"/>
                </a:lnTo>
                <a:lnTo>
                  <a:pt x="440048" y="364490"/>
                </a:lnTo>
                <a:lnTo>
                  <a:pt x="444099" y="359410"/>
                </a:lnTo>
                <a:lnTo>
                  <a:pt x="447684" y="354330"/>
                </a:lnTo>
                <a:lnTo>
                  <a:pt x="448659" y="349250"/>
                </a:lnTo>
                <a:lnTo>
                  <a:pt x="447023" y="342900"/>
                </a:lnTo>
                <a:lnTo>
                  <a:pt x="445909" y="335280"/>
                </a:lnTo>
                <a:lnTo>
                  <a:pt x="437862" y="288290"/>
                </a:lnTo>
                <a:lnTo>
                  <a:pt x="436135" y="273050"/>
                </a:lnTo>
                <a:lnTo>
                  <a:pt x="436059" y="271780"/>
                </a:lnTo>
                <a:lnTo>
                  <a:pt x="437869" y="265430"/>
                </a:lnTo>
                <a:lnTo>
                  <a:pt x="441871" y="261620"/>
                </a:lnTo>
                <a:lnTo>
                  <a:pt x="447623" y="255270"/>
                </a:lnTo>
                <a:lnTo>
                  <a:pt x="453531" y="248920"/>
                </a:lnTo>
                <a:lnTo>
                  <a:pt x="459492" y="243840"/>
                </a:lnTo>
                <a:lnTo>
                  <a:pt x="465401" y="237490"/>
                </a:lnTo>
                <a:lnTo>
                  <a:pt x="476696" y="227330"/>
                </a:lnTo>
                <a:lnTo>
                  <a:pt x="482258" y="220980"/>
                </a:lnTo>
                <a:lnTo>
                  <a:pt x="487677" y="215900"/>
                </a:lnTo>
                <a:lnTo>
                  <a:pt x="493483" y="209550"/>
                </a:lnTo>
                <a:lnTo>
                  <a:pt x="495850" y="203200"/>
                </a:lnTo>
                <a:lnTo>
                  <a:pt x="494778" y="194310"/>
                </a:lnTo>
                <a:lnTo>
                  <a:pt x="490753" y="187960"/>
                </a:lnTo>
                <a:lnTo>
                  <a:pt x="484674" y="182880"/>
                </a:lnTo>
                <a:lnTo>
                  <a:pt x="476539" y="181610"/>
                </a:lnTo>
                <a:lnTo>
                  <a:pt x="446590" y="176530"/>
                </a:lnTo>
                <a:lnTo>
                  <a:pt x="431522" y="175260"/>
                </a:lnTo>
                <a:lnTo>
                  <a:pt x="416392" y="172720"/>
                </a:lnTo>
                <a:lnTo>
                  <a:pt x="411304" y="172720"/>
                </a:lnTo>
                <a:lnTo>
                  <a:pt x="406744" y="171450"/>
                </a:lnTo>
                <a:lnTo>
                  <a:pt x="398680" y="165100"/>
                </a:lnTo>
                <a:lnTo>
                  <a:pt x="395907" y="161290"/>
                </a:lnTo>
                <a:lnTo>
                  <a:pt x="394394" y="156210"/>
                </a:lnTo>
                <a:lnTo>
                  <a:pt x="393837" y="154940"/>
                </a:lnTo>
                <a:lnTo>
                  <a:pt x="375786" y="116840"/>
                </a:lnTo>
                <a:lnTo>
                  <a:pt x="351373" y="91440"/>
                </a:lnTo>
                <a:lnTo>
                  <a:pt x="586816" y="91440"/>
                </a:lnTo>
                <a:lnTo>
                  <a:pt x="587947" y="115570"/>
                </a:lnTo>
                <a:lnTo>
                  <a:pt x="587963" y="118110"/>
                </a:lnTo>
                <a:lnTo>
                  <a:pt x="586470" y="161290"/>
                </a:lnTo>
                <a:lnTo>
                  <a:pt x="586382" y="163830"/>
                </a:lnTo>
                <a:lnTo>
                  <a:pt x="586338" y="165100"/>
                </a:lnTo>
                <a:lnTo>
                  <a:pt x="586251" y="167640"/>
                </a:lnTo>
                <a:lnTo>
                  <a:pt x="586163" y="170180"/>
                </a:lnTo>
                <a:lnTo>
                  <a:pt x="579900" y="220980"/>
                </a:lnTo>
                <a:lnTo>
                  <a:pt x="569204" y="270510"/>
                </a:lnTo>
                <a:lnTo>
                  <a:pt x="554062" y="318770"/>
                </a:lnTo>
                <a:lnTo>
                  <a:pt x="534458" y="367030"/>
                </a:lnTo>
                <a:close/>
              </a:path>
              <a:path w="702309" h="981075">
                <a:moveTo>
                  <a:pt x="430037" y="210820"/>
                </a:moveTo>
                <a:lnTo>
                  <a:pt x="272152" y="210820"/>
                </a:lnTo>
                <a:lnTo>
                  <a:pt x="281637" y="209550"/>
                </a:lnTo>
                <a:lnTo>
                  <a:pt x="307795" y="205740"/>
                </a:lnTo>
                <a:lnTo>
                  <a:pt x="331603" y="187960"/>
                </a:lnTo>
                <a:lnTo>
                  <a:pt x="335312" y="180340"/>
                </a:lnTo>
                <a:lnTo>
                  <a:pt x="339138" y="171450"/>
                </a:lnTo>
                <a:lnTo>
                  <a:pt x="343095" y="163830"/>
                </a:lnTo>
                <a:lnTo>
                  <a:pt x="347196" y="156210"/>
                </a:lnTo>
                <a:lnTo>
                  <a:pt x="351373" y="147320"/>
                </a:lnTo>
                <a:lnTo>
                  <a:pt x="352904" y="149860"/>
                </a:lnTo>
                <a:lnTo>
                  <a:pt x="355967" y="156210"/>
                </a:lnTo>
                <a:lnTo>
                  <a:pt x="360086" y="163830"/>
                </a:lnTo>
                <a:lnTo>
                  <a:pt x="364060" y="172720"/>
                </a:lnTo>
                <a:lnTo>
                  <a:pt x="367852" y="180340"/>
                </a:lnTo>
                <a:lnTo>
                  <a:pt x="371422" y="187960"/>
                </a:lnTo>
                <a:lnTo>
                  <a:pt x="420737" y="209550"/>
                </a:lnTo>
                <a:lnTo>
                  <a:pt x="430037" y="210820"/>
                </a:lnTo>
                <a:close/>
              </a:path>
              <a:path w="702309" h="981075">
                <a:moveTo>
                  <a:pt x="437694" y="212090"/>
                </a:moveTo>
                <a:lnTo>
                  <a:pt x="264355" y="212090"/>
                </a:lnTo>
                <a:lnTo>
                  <a:pt x="268254" y="210820"/>
                </a:lnTo>
                <a:lnTo>
                  <a:pt x="433796" y="210820"/>
                </a:lnTo>
                <a:lnTo>
                  <a:pt x="437694" y="212090"/>
                </a:lnTo>
                <a:close/>
              </a:path>
              <a:path w="702309" h="981075">
                <a:moveTo>
                  <a:pt x="296517" y="317500"/>
                </a:moveTo>
                <a:lnTo>
                  <a:pt x="296935" y="313690"/>
                </a:lnTo>
                <a:lnTo>
                  <a:pt x="299702" y="297180"/>
                </a:lnTo>
                <a:lnTo>
                  <a:pt x="301251" y="288290"/>
                </a:lnTo>
                <a:lnTo>
                  <a:pt x="302591" y="278130"/>
                </a:lnTo>
                <a:lnTo>
                  <a:pt x="303618" y="269240"/>
                </a:lnTo>
                <a:lnTo>
                  <a:pt x="304376" y="261620"/>
                </a:lnTo>
                <a:lnTo>
                  <a:pt x="302334" y="254000"/>
                </a:lnTo>
                <a:lnTo>
                  <a:pt x="297492" y="248920"/>
                </a:lnTo>
                <a:lnTo>
                  <a:pt x="290796" y="241300"/>
                </a:lnTo>
                <a:lnTo>
                  <a:pt x="283813" y="234950"/>
                </a:lnTo>
                <a:lnTo>
                  <a:pt x="276464" y="227330"/>
                </a:lnTo>
                <a:lnTo>
                  <a:pt x="268671" y="220980"/>
                </a:lnTo>
                <a:lnTo>
                  <a:pt x="263102" y="215900"/>
                </a:lnTo>
                <a:lnTo>
                  <a:pt x="260179" y="212090"/>
                </a:lnTo>
                <a:lnTo>
                  <a:pt x="441732" y="212090"/>
                </a:lnTo>
                <a:lnTo>
                  <a:pt x="439365" y="214630"/>
                </a:lnTo>
                <a:lnTo>
                  <a:pt x="437137" y="217170"/>
                </a:lnTo>
                <a:lnTo>
                  <a:pt x="434910" y="218440"/>
                </a:lnTo>
                <a:lnTo>
                  <a:pt x="429345" y="224790"/>
                </a:lnTo>
                <a:lnTo>
                  <a:pt x="423638" y="229870"/>
                </a:lnTo>
                <a:lnTo>
                  <a:pt x="417789" y="234950"/>
                </a:lnTo>
                <a:lnTo>
                  <a:pt x="411798" y="240030"/>
                </a:lnTo>
                <a:lnTo>
                  <a:pt x="408848" y="242570"/>
                </a:lnTo>
                <a:lnTo>
                  <a:pt x="397744" y="264160"/>
                </a:lnTo>
                <a:lnTo>
                  <a:pt x="397858" y="271780"/>
                </a:lnTo>
                <a:lnTo>
                  <a:pt x="398486" y="275590"/>
                </a:lnTo>
                <a:lnTo>
                  <a:pt x="399685" y="278130"/>
                </a:lnTo>
                <a:lnTo>
                  <a:pt x="401238" y="285750"/>
                </a:lnTo>
                <a:lnTo>
                  <a:pt x="402609" y="292100"/>
                </a:lnTo>
                <a:lnTo>
                  <a:pt x="345967" y="292100"/>
                </a:lnTo>
                <a:lnTo>
                  <a:pt x="341094" y="293370"/>
                </a:lnTo>
                <a:lnTo>
                  <a:pt x="336615" y="295910"/>
                </a:lnTo>
                <a:lnTo>
                  <a:pt x="329120" y="299720"/>
                </a:lnTo>
                <a:lnTo>
                  <a:pt x="321456" y="303530"/>
                </a:lnTo>
                <a:lnTo>
                  <a:pt x="313610" y="308610"/>
                </a:lnTo>
                <a:lnTo>
                  <a:pt x="305567" y="312420"/>
                </a:lnTo>
                <a:lnTo>
                  <a:pt x="302504" y="313690"/>
                </a:lnTo>
                <a:lnTo>
                  <a:pt x="299580" y="314960"/>
                </a:lnTo>
                <a:lnTo>
                  <a:pt x="296517" y="317500"/>
                </a:lnTo>
                <a:close/>
              </a:path>
              <a:path w="702309" h="981075">
                <a:moveTo>
                  <a:pt x="406646" y="317500"/>
                </a:moveTo>
                <a:lnTo>
                  <a:pt x="400242" y="313690"/>
                </a:lnTo>
                <a:lnTo>
                  <a:pt x="397040" y="312420"/>
                </a:lnTo>
                <a:lnTo>
                  <a:pt x="381290" y="303530"/>
                </a:lnTo>
                <a:lnTo>
                  <a:pt x="373682" y="299720"/>
                </a:lnTo>
                <a:lnTo>
                  <a:pt x="366270" y="295910"/>
                </a:lnTo>
                <a:lnTo>
                  <a:pt x="361673" y="293370"/>
                </a:lnTo>
                <a:lnTo>
                  <a:pt x="356661" y="292100"/>
                </a:lnTo>
                <a:lnTo>
                  <a:pt x="402609" y="292100"/>
                </a:lnTo>
                <a:lnTo>
                  <a:pt x="403875" y="299720"/>
                </a:lnTo>
                <a:lnTo>
                  <a:pt x="405115" y="307340"/>
                </a:lnTo>
                <a:lnTo>
                  <a:pt x="405672" y="311150"/>
                </a:lnTo>
                <a:lnTo>
                  <a:pt x="406090" y="313690"/>
                </a:lnTo>
                <a:lnTo>
                  <a:pt x="406646" y="317500"/>
                </a:lnTo>
                <a:close/>
              </a:path>
              <a:path w="702309" h="981075">
                <a:moveTo>
                  <a:pt x="424189" y="365760"/>
                </a:moveTo>
                <a:lnTo>
                  <a:pt x="278919" y="365760"/>
                </a:lnTo>
                <a:lnTo>
                  <a:pt x="299434" y="355600"/>
                </a:lnTo>
                <a:lnTo>
                  <a:pt x="312720" y="349250"/>
                </a:lnTo>
                <a:lnTo>
                  <a:pt x="326710" y="341630"/>
                </a:lnTo>
                <a:lnTo>
                  <a:pt x="341627" y="332740"/>
                </a:lnTo>
                <a:lnTo>
                  <a:pt x="344612" y="331470"/>
                </a:lnTo>
                <a:lnTo>
                  <a:pt x="347891" y="330200"/>
                </a:lnTo>
                <a:lnTo>
                  <a:pt x="355036" y="330200"/>
                </a:lnTo>
                <a:lnTo>
                  <a:pt x="358301" y="331470"/>
                </a:lnTo>
                <a:lnTo>
                  <a:pt x="361258" y="332740"/>
                </a:lnTo>
                <a:lnTo>
                  <a:pt x="414861" y="361950"/>
                </a:lnTo>
                <a:lnTo>
                  <a:pt x="417876" y="363220"/>
                </a:lnTo>
                <a:lnTo>
                  <a:pt x="420985" y="364490"/>
                </a:lnTo>
                <a:lnTo>
                  <a:pt x="424189" y="365760"/>
                </a:lnTo>
                <a:close/>
              </a:path>
              <a:path w="702309" h="981075">
                <a:moveTo>
                  <a:pt x="364544" y="653032"/>
                </a:moveTo>
                <a:lnTo>
                  <a:pt x="338787" y="653032"/>
                </a:lnTo>
                <a:lnTo>
                  <a:pt x="323987" y="542790"/>
                </a:lnTo>
                <a:lnTo>
                  <a:pt x="378982" y="542790"/>
                </a:lnTo>
                <a:lnTo>
                  <a:pt x="375412" y="560642"/>
                </a:lnTo>
                <a:lnTo>
                  <a:pt x="373293" y="571723"/>
                </a:lnTo>
                <a:lnTo>
                  <a:pt x="367226" y="616816"/>
                </a:lnTo>
                <a:lnTo>
                  <a:pt x="366315" y="628276"/>
                </a:lnTo>
                <a:lnTo>
                  <a:pt x="364544" y="653032"/>
                </a:lnTo>
                <a:close/>
              </a:path>
              <a:path w="702309" h="981075">
                <a:moveTo>
                  <a:pt x="437541" y="726258"/>
                </a:moveTo>
                <a:lnTo>
                  <a:pt x="264453" y="726258"/>
                </a:lnTo>
                <a:lnTo>
                  <a:pt x="273202" y="717343"/>
                </a:lnTo>
                <a:lnTo>
                  <a:pt x="315949" y="692767"/>
                </a:lnTo>
                <a:lnTo>
                  <a:pt x="352612" y="687530"/>
                </a:lnTo>
                <a:lnTo>
                  <a:pt x="364714" y="688086"/>
                </a:lnTo>
                <a:lnTo>
                  <a:pt x="410100" y="703110"/>
                </a:lnTo>
                <a:lnTo>
                  <a:pt x="437541" y="726258"/>
                </a:lnTo>
                <a:close/>
              </a:path>
              <a:path w="702309" h="981075">
                <a:moveTo>
                  <a:pt x="526731" y="864889"/>
                </a:moveTo>
                <a:lnTo>
                  <a:pt x="175041" y="864889"/>
                </a:lnTo>
                <a:lnTo>
                  <a:pt x="175082" y="760951"/>
                </a:lnTo>
                <a:lnTo>
                  <a:pt x="526731" y="760951"/>
                </a:lnTo>
                <a:lnTo>
                  <a:pt x="526731" y="864889"/>
                </a:lnTo>
                <a:close/>
              </a:path>
              <a:path w="702309" h="981075">
                <a:moveTo>
                  <a:pt x="594173" y="980614"/>
                </a:moveTo>
                <a:lnTo>
                  <a:pt x="108030" y="980614"/>
                </a:lnTo>
                <a:lnTo>
                  <a:pt x="108030" y="902281"/>
                </a:lnTo>
                <a:lnTo>
                  <a:pt x="594173" y="902281"/>
                </a:lnTo>
                <a:lnTo>
                  <a:pt x="594173" y="980614"/>
                </a:lnTo>
                <a:close/>
              </a:path>
            </a:pathLst>
          </a:custGeom>
          <a:solidFill>
            <a:srgbClr val="000000"/>
          </a:solidFill>
        </p:spPr>
        <p:txBody>
          <a:bodyPr wrap="square" lIns="0" tIns="0" rIns="0" bIns="0" rtlCol="0"/>
          <a:lstStyle/>
          <a:p>
            <a:endParaRPr/>
          </a:p>
        </p:txBody>
      </p:sp>
      <p:sp>
        <p:nvSpPr>
          <p:cNvPr id="58" name="bg object 58"/>
          <p:cNvSpPr/>
          <p:nvPr/>
        </p:nvSpPr>
        <p:spPr>
          <a:xfrm>
            <a:off x="14918095" y="8251332"/>
            <a:ext cx="1144270" cy="984250"/>
          </a:xfrm>
          <a:custGeom>
            <a:avLst/>
            <a:gdLst/>
            <a:ahLst/>
            <a:cxnLst/>
            <a:rect l="l" t="t" r="r" b="b"/>
            <a:pathLst>
              <a:path w="1144269" h="984250">
                <a:moveTo>
                  <a:pt x="807525" y="132080"/>
                </a:moveTo>
                <a:lnTo>
                  <a:pt x="737254" y="132080"/>
                </a:lnTo>
                <a:lnTo>
                  <a:pt x="746577" y="130810"/>
                </a:lnTo>
                <a:lnTo>
                  <a:pt x="755211" y="127000"/>
                </a:lnTo>
                <a:lnTo>
                  <a:pt x="762764" y="119380"/>
                </a:lnTo>
                <a:lnTo>
                  <a:pt x="784260" y="91440"/>
                </a:lnTo>
                <a:lnTo>
                  <a:pt x="805952" y="64770"/>
                </a:lnTo>
                <a:lnTo>
                  <a:pt x="827939" y="36830"/>
                </a:lnTo>
                <a:lnTo>
                  <a:pt x="850319" y="10160"/>
                </a:lnTo>
                <a:lnTo>
                  <a:pt x="859154" y="2540"/>
                </a:lnTo>
                <a:lnTo>
                  <a:pt x="867916" y="0"/>
                </a:lnTo>
                <a:lnTo>
                  <a:pt x="877119" y="1270"/>
                </a:lnTo>
                <a:lnTo>
                  <a:pt x="887282" y="8890"/>
                </a:lnTo>
                <a:lnTo>
                  <a:pt x="939006" y="53340"/>
                </a:lnTo>
                <a:lnTo>
                  <a:pt x="868669" y="53340"/>
                </a:lnTo>
                <a:lnTo>
                  <a:pt x="867097" y="54610"/>
                </a:lnTo>
                <a:lnTo>
                  <a:pt x="851446" y="73660"/>
                </a:lnTo>
                <a:lnTo>
                  <a:pt x="835869" y="91440"/>
                </a:lnTo>
                <a:lnTo>
                  <a:pt x="804445" y="129540"/>
                </a:lnTo>
                <a:lnTo>
                  <a:pt x="807525" y="132080"/>
                </a:lnTo>
                <a:close/>
              </a:path>
              <a:path w="1144269" h="984250">
                <a:moveTo>
                  <a:pt x="161967" y="678180"/>
                </a:moveTo>
                <a:lnTo>
                  <a:pt x="144137" y="678180"/>
                </a:lnTo>
                <a:lnTo>
                  <a:pt x="127069" y="670560"/>
                </a:lnTo>
                <a:lnTo>
                  <a:pt x="114040" y="660400"/>
                </a:lnTo>
                <a:lnTo>
                  <a:pt x="105606" y="646430"/>
                </a:lnTo>
                <a:lnTo>
                  <a:pt x="102333" y="629920"/>
                </a:lnTo>
                <a:lnTo>
                  <a:pt x="104787" y="612140"/>
                </a:lnTo>
                <a:lnTo>
                  <a:pt x="107527" y="604520"/>
                </a:lnTo>
                <a:lnTo>
                  <a:pt x="110980" y="596900"/>
                </a:lnTo>
                <a:lnTo>
                  <a:pt x="115072" y="590550"/>
                </a:lnTo>
                <a:lnTo>
                  <a:pt x="119729" y="582930"/>
                </a:lnTo>
                <a:lnTo>
                  <a:pt x="129068" y="571500"/>
                </a:lnTo>
                <a:lnTo>
                  <a:pt x="138800" y="560070"/>
                </a:lnTo>
                <a:lnTo>
                  <a:pt x="148630" y="548640"/>
                </a:lnTo>
                <a:lnTo>
                  <a:pt x="158264" y="537210"/>
                </a:lnTo>
                <a:lnTo>
                  <a:pt x="161409" y="533400"/>
                </a:lnTo>
                <a:lnTo>
                  <a:pt x="163769" y="527050"/>
                </a:lnTo>
                <a:lnTo>
                  <a:pt x="162982" y="521970"/>
                </a:lnTo>
                <a:lnTo>
                  <a:pt x="160398" y="509270"/>
                </a:lnTo>
                <a:lnTo>
                  <a:pt x="157445" y="496570"/>
                </a:lnTo>
                <a:lnTo>
                  <a:pt x="154246" y="483870"/>
                </a:lnTo>
                <a:lnTo>
                  <a:pt x="150924" y="471170"/>
                </a:lnTo>
                <a:lnTo>
                  <a:pt x="150137" y="467360"/>
                </a:lnTo>
                <a:lnTo>
                  <a:pt x="146992" y="463550"/>
                </a:lnTo>
                <a:lnTo>
                  <a:pt x="143846" y="462280"/>
                </a:lnTo>
                <a:lnTo>
                  <a:pt x="134806" y="458470"/>
                </a:lnTo>
                <a:lnTo>
                  <a:pt x="116530" y="453390"/>
                </a:lnTo>
                <a:lnTo>
                  <a:pt x="107933" y="448310"/>
                </a:lnTo>
                <a:lnTo>
                  <a:pt x="90410" y="439420"/>
                </a:lnTo>
                <a:lnTo>
                  <a:pt x="73133" y="427990"/>
                </a:lnTo>
                <a:lnTo>
                  <a:pt x="25620" y="400050"/>
                </a:lnTo>
                <a:lnTo>
                  <a:pt x="18542" y="397510"/>
                </a:lnTo>
                <a:lnTo>
                  <a:pt x="7610" y="391160"/>
                </a:lnTo>
                <a:lnTo>
                  <a:pt x="1470" y="384810"/>
                </a:lnTo>
                <a:lnTo>
                  <a:pt x="0" y="375920"/>
                </a:lnTo>
                <a:lnTo>
                  <a:pt x="3076" y="364490"/>
                </a:lnTo>
                <a:lnTo>
                  <a:pt x="9359" y="349250"/>
                </a:lnTo>
                <a:lnTo>
                  <a:pt x="15986" y="334010"/>
                </a:lnTo>
                <a:lnTo>
                  <a:pt x="22908" y="320040"/>
                </a:lnTo>
                <a:lnTo>
                  <a:pt x="30076" y="304800"/>
                </a:lnTo>
                <a:lnTo>
                  <a:pt x="54026" y="257810"/>
                </a:lnTo>
                <a:lnTo>
                  <a:pt x="79044" y="212090"/>
                </a:lnTo>
                <a:lnTo>
                  <a:pt x="105196" y="166370"/>
                </a:lnTo>
                <a:lnTo>
                  <a:pt x="132542" y="121920"/>
                </a:lnTo>
                <a:lnTo>
                  <a:pt x="161147" y="77470"/>
                </a:lnTo>
                <a:lnTo>
                  <a:pt x="181422" y="52070"/>
                </a:lnTo>
                <a:lnTo>
                  <a:pt x="188934" y="43180"/>
                </a:lnTo>
                <a:lnTo>
                  <a:pt x="200755" y="33020"/>
                </a:lnTo>
                <a:lnTo>
                  <a:pt x="212331" y="29210"/>
                </a:lnTo>
                <a:lnTo>
                  <a:pt x="224397" y="30480"/>
                </a:lnTo>
                <a:lnTo>
                  <a:pt x="237693" y="39370"/>
                </a:lnTo>
                <a:lnTo>
                  <a:pt x="256612" y="53340"/>
                </a:lnTo>
                <a:lnTo>
                  <a:pt x="275212" y="69850"/>
                </a:lnTo>
                <a:lnTo>
                  <a:pt x="278255" y="72390"/>
                </a:lnTo>
                <a:lnTo>
                  <a:pt x="218032" y="72390"/>
                </a:lnTo>
                <a:lnTo>
                  <a:pt x="189236" y="111760"/>
                </a:lnTo>
                <a:lnTo>
                  <a:pt x="162412" y="153670"/>
                </a:lnTo>
                <a:lnTo>
                  <a:pt x="137253" y="194310"/>
                </a:lnTo>
                <a:lnTo>
                  <a:pt x="113450" y="236220"/>
                </a:lnTo>
                <a:lnTo>
                  <a:pt x="90698" y="279400"/>
                </a:lnTo>
                <a:lnTo>
                  <a:pt x="68689" y="322580"/>
                </a:lnTo>
                <a:lnTo>
                  <a:pt x="47115" y="365760"/>
                </a:lnTo>
                <a:lnTo>
                  <a:pt x="70168" y="378460"/>
                </a:lnTo>
                <a:lnTo>
                  <a:pt x="137555" y="417830"/>
                </a:lnTo>
                <a:lnTo>
                  <a:pt x="184268" y="417830"/>
                </a:lnTo>
                <a:lnTo>
                  <a:pt x="182905" y="420370"/>
                </a:lnTo>
                <a:lnTo>
                  <a:pt x="183692" y="425450"/>
                </a:lnTo>
                <a:lnTo>
                  <a:pt x="186907" y="443230"/>
                </a:lnTo>
                <a:lnTo>
                  <a:pt x="190540" y="459740"/>
                </a:lnTo>
                <a:lnTo>
                  <a:pt x="194419" y="477520"/>
                </a:lnTo>
                <a:lnTo>
                  <a:pt x="198372" y="495300"/>
                </a:lnTo>
                <a:lnTo>
                  <a:pt x="300423" y="495300"/>
                </a:lnTo>
                <a:lnTo>
                  <a:pt x="307050" y="509270"/>
                </a:lnTo>
                <a:lnTo>
                  <a:pt x="308701" y="524510"/>
                </a:lnTo>
                <a:lnTo>
                  <a:pt x="304797" y="539750"/>
                </a:lnTo>
                <a:lnTo>
                  <a:pt x="295364" y="553720"/>
                </a:lnTo>
                <a:lnTo>
                  <a:pt x="269953" y="580390"/>
                </a:lnTo>
                <a:lnTo>
                  <a:pt x="218835" y="636270"/>
                </a:lnTo>
                <a:lnTo>
                  <a:pt x="193129" y="662940"/>
                </a:lnTo>
                <a:lnTo>
                  <a:pt x="178862" y="673100"/>
                </a:lnTo>
                <a:lnTo>
                  <a:pt x="161967" y="678180"/>
                </a:lnTo>
                <a:close/>
              </a:path>
              <a:path w="1144269" h="984250">
                <a:moveTo>
                  <a:pt x="1082805" y="312420"/>
                </a:moveTo>
                <a:lnTo>
                  <a:pt x="1026217" y="312420"/>
                </a:lnTo>
                <a:lnTo>
                  <a:pt x="1043195" y="294640"/>
                </a:lnTo>
                <a:lnTo>
                  <a:pt x="1060001" y="276860"/>
                </a:lnTo>
                <a:lnTo>
                  <a:pt x="1076757" y="257810"/>
                </a:lnTo>
                <a:lnTo>
                  <a:pt x="1093588" y="240030"/>
                </a:lnTo>
                <a:lnTo>
                  <a:pt x="1080939" y="229870"/>
                </a:lnTo>
                <a:lnTo>
                  <a:pt x="1075082" y="224790"/>
                </a:lnTo>
                <a:lnTo>
                  <a:pt x="1069470" y="219710"/>
                </a:lnTo>
                <a:lnTo>
                  <a:pt x="1045161" y="198120"/>
                </a:lnTo>
                <a:lnTo>
                  <a:pt x="996443" y="153670"/>
                </a:lnTo>
                <a:lnTo>
                  <a:pt x="948865" y="113030"/>
                </a:lnTo>
                <a:lnTo>
                  <a:pt x="902424" y="76200"/>
                </a:lnTo>
                <a:lnTo>
                  <a:pt x="879155" y="57150"/>
                </a:lnTo>
                <a:lnTo>
                  <a:pt x="876272" y="54610"/>
                </a:lnTo>
                <a:lnTo>
                  <a:pt x="868669" y="53340"/>
                </a:lnTo>
                <a:lnTo>
                  <a:pt x="939006" y="53340"/>
                </a:lnTo>
                <a:lnTo>
                  <a:pt x="1135268" y="222250"/>
                </a:lnTo>
                <a:lnTo>
                  <a:pt x="1141846" y="229870"/>
                </a:lnTo>
                <a:lnTo>
                  <a:pt x="1144247" y="237490"/>
                </a:lnTo>
                <a:lnTo>
                  <a:pt x="1142420" y="246380"/>
                </a:lnTo>
                <a:lnTo>
                  <a:pt x="1136317" y="254000"/>
                </a:lnTo>
                <a:lnTo>
                  <a:pt x="1087509" y="307340"/>
                </a:lnTo>
                <a:lnTo>
                  <a:pt x="1082805" y="312420"/>
                </a:lnTo>
                <a:close/>
              </a:path>
              <a:path w="1144269" h="984250">
                <a:moveTo>
                  <a:pt x="184268" y="417830"/>
                </a:moveTo>
                <a:lnTo>
                  <a:pt x="137555" y="417830"/>
                </a:lnTo>
                <a:lnTo>
                  <a:pt x="229984" y="250190"/>
                </a:lnTo>
                <a:lnTo>
                  <a:pt x="275704" y="166370"/>
                </a:lnTo>
                <a:lnTo>
                  <a:pt x="279922" y="160020"/>
                </a:lnTo>
                <a:lnTo>
                  <a:pt x="284485" y="153670"/>
                </a:lnTo>
                <a:lnTo>
                  <a:pt x="287869" y="146050"/>
                </a:lnTo>
                <a:lnTo>
                  <a:pt x="288549" y="140970"/>
                </a:lnTo>
                <a:lnTo>
                  <a:pt x="285677" y="134620"/>
                </a:lnTo>
                <a:lnTo>
                  <a:pt x="280324" y="129540"/>
                </a:lnTo>
                <a:lnTo>
                  <a:pt x="273840" y="124460"/>
                </a:lnTo>
                <a:lnTo>
                  <a:pt x="267577" y="118110"/>
                </a:lnTo>
                <a:lnTo>
                  <a:pt x="256002" y="107950"/>
                </a:lnTo>
                <a:lnTo>
                  <a:pt x="243984" y="96520"/>
                </a:lnTo>
                <a:lnTo>
                  <a:pt x="231377" y="85090"/>
                </a:lnTo>
                <a:lnTo>
                  <a:pt x="218032" y="72390"/>
                </a:lnTo>
                <a:lnTo>
                  <a:pt x="278255" y="72390"/>
                </a:lnTo>
                <a:lnTo>
                  <a:pt x="293468" y="85090"/>
                </a:lnTo>
                <a:lnTo>
                  <a:pt x="311355" y="101600"/>
                </a:lnTo>
                <a:lnTo>
                  <a:pt x="319809" y="107950"/>
                </a:lnTo>
                <a:lnTo>
                  <a:pt x="328460" y="113030"/>
                </a:lnTo>
                <a:lnTo>
                  <a:pt x="338192" y="115570"/>
                </a:lnTo>
                <a:lnTo>
                  <a:pt x="702598" y="115570"/>
                </a:lnTo>
                <a:lnTo>
                  <a:pt x="727637" y="128270"/>
                </a:lnTo>
                <a:lnTo>
                  <a:pt x="734048" y="130810"/>
                </a:lnTo>
                <a:lnTo>
                  <a:pt x="570614" y="130810"/>
                </a:lnTo>
                <a:lnTo>
                  <a:pt x="517399" y="132080"/>
                </a:lnTo>
                <a:lnTo>
                  <a:pt x="464577" y="137160"/>
                </a:lnTo>
                <a:lnTo>
                  <a:pt x="411952" y="144780"/>
                </a:lnTo>
                <a:lnTo>
                  <a:pt x="359327" y="153670"/>
                </a:lnTo>
                <a:lnTo>
                  <a:pt x="319625" y="175260"/>
                </a:lnTo>
                <a:lnTo>
                  <a:pt x="287181" y="233680"/>
                </a:lnTo>
                <a:lnTo>
                  <a:pt x="262940" y="278130"/>
                </a:lnTo>
                <a:lnTo>
                  <a:pt x="238335" y="321310"/>
                </a:lnTo>
                <a:lnTo>
                  <a:pt x="213591" y="365760"/>
                </a:lnTo>
                <a:lnTo>
                  <a:pt x="188934" y="408940"/>
                </a:lnTo>
                <a:lnTo>
                  <a:pt x="186313" y="414020"/>
                </a:lnTo>
                <a:lnTo>
                  <a:pt x="184268" y="417830"/>
                </a:lnTo>
                <a:close/>
              </a:path>
              <a:path w="1144269" h="984250">
                <a:moveTo>
                  <a:pt x="702598" y="115570"/>
                </a:moveTo>
                <a:lnTo>
                  <a:pt x="338192" y="115570"/>
                </a:lnTo>
                <a:lnTo>
                  <a:pt x="349890" y="114300"/>
                </a:lnTo>
                <a:lnTo>
                  <a:pt x="401548" y="104140"/>
                </a:lnTo>
                <a:lnTo>
                  <a:pt x="453502" y="96520"/>
                </a:lnTo>
                <a:lnTo>
                  <a:pt x="505750" y="90170"/>
                </a:lnTo>
                <a:lnTo>
                  <a:pt x="558293" y="88900"/>
                </a:lnTo>
                <a:lnTo>
                  <a:pt x="602337" y="90170"/>
                </a:lnTo>
                <a:lnTo>
                  <a:pt x="645619" y="95250"/>
                </a:lnTo>
                <a:lnTo>
                  <a:pt x="687574" y="107950"/>
                </a:lnTo>
                <a:lnTo>
                  <a:pt x="702598" y="115570"/>
                </a:lnTo>
                <a:close/>
              </a:path>
              <a:path w="1144269" h="984250">
                <a:moveTo>
                  <a:pt x="509792" y="309880"/>
                </a:moveTo>
                <a:lnTo>
                  <a:pt x="483418" y="309880"/>
                </a:lnTo>
                <a:lnTo>
                  <a:pt x="458175" y="302260"/>
                </a:lnTo>
                <a:lnTo>
                  <a:pt x="434037" y="288290"/>
                </a:lnTo>
                <a:lnTo>
                  <a:pt x="421688" y="275590"/>
                </a:lnTo>
                <a:lnTo>
                  <a:pt x="416638" y="261620"/>
                </a:lnTo>
                <a:lnTo>
                  <a:pt x="419108" y="247650"/>
                </a:lnTo>
                <a:lnTo>
                  <a:pt x="429319" y="233680"/>
                </a:lnTo>
                <a:lnTo>
                  <a:pt x="443110" y="220980"/>
                </a:lnTo>
                <a:lnTo>
                  <a:pt x="472265" y="198120"/>
                </a:lnTo>
                <a:lnTo>
                  <a:pt x="486204" y="185420"/>
                </a:lnTo>
                <a:lnTo>
                  <a:pt x="504959" y="171450"/>
                </a:lnTo>
                <a:lnTo>
                  <a:pt x="525361" y="161290"/>
                </a:lnTo>
                <a:lnTo>
                  <a:pt x="547287" y="154940"/>
                </a:lnTo>
                <a:lnTo>
                  <a:pt x="570613" y="152400"/>
                </a:lnTo>
                <a:lnTo>
                  <a:pt x="652926" y="142240"/>
                </a:lnTo>
                <a:lnTo>
                  <a:pt x="652664" y="140970"/>
                </a:lnTo>
                <a:lnTo>
                  <a:pt x="652664" y="138430"/>
                </a:lnTo>
                <a:lnTo>
                  <a:pt x="611639" y="133350"/>
                </a:lnTo>
                <a:lnTo>
                  <a:pt x="570614" y="130810"/>
                </a:lnTo>
                <a:lnTo>
                  <a:pt x="734048" y="130810"/>
                </a:lnTo>
                <a:lnTo>
                  <a:pt x="737254" y="132080"/>
                </a:lnTo>
                <a:lnTo>
                  <a:pt x="807525" y="132080"/>
                </a:lnTo>
                <a:lnTo>
                  <a:pt x="973854" y="269240"/>
                </a:lnTo>
                <a:lnTo>
                  <a:pt x="702995" y="269240"/>
                </a:lnTo>
                <a:lnTo>
                  <a:pt x="695655" y="270510"/>
                </a:lnTo>
                <a:lnTo>
                  <a:pt x="665386" y="274320"/>
                </a:lnTo>
                <a:lnTo>
                  <a:pt x="635166" y="279400"/>
                </a:lnTo>
                <a:lnTo>
                  <a:pt x="605044" y="283210"/>
                </a:lnTo>
                <a:lnTo>
                  <a:pt x="575070" y="288290"/>
                </a:lnTo>
                <a:lnTo>
                  <a:pt x="565522" y="290830"/>
                </a:lnTo>
                <a:lnTo>
                  <a:pt x="537321" y="302260"/>
                </a:lnTo>
                <a:lnTo>
                  <a:pt x="509792" y="309880"/>
                </a:lnTo>
                <a:close/>
              </a:path>
              <a:path w="1144269" h="984250">
                <a:moveTo>
                  <a:pt x="1031967" y="612140"/>
                </a:moveTo>
                <a:lnTo>
                  <a:pt x="960055" y="612140"/>
                </a:lnTo>
                <a:lnTo>
                  <a:pt x="969856" y="608330"/>
                </a:lnTo>
                <a:lnTo>
                  <a:pt x="978384" y="603250"/>
                </a:lnTo>
                <a:lnTo>
                  <a:pt x="986764" y="596900"/>
                </a:lnTo>
                <a:lnTo>
                  <a:pt x="994555" y="591820"/>
                </a:lnTo>
                <a:lnTo>
                  <a:pt x="1001313" y="584200"/>
                </a:lnTo>
                <a:lnTo>
                  <a:pt x="1011832" y="566420"/>
                </a:lnTo>
                <a:lnTo>
                  <a:pt x="1014093" y="549910"/>
                </a:lnTo>
                <a:lnTo>
                  <a:pt x="1008391" y="534670"/>
                </a:lnTo>
                <a:lnTo>
                  <a:pt x="995022" y="519430"/>
                </a:lnTo>
                <a:lnTo>
                  <a:pt x="876466" y="415290"/>
                </a:lnTo>
                <a:lnTo>
                  <a:pt x="797406" y="346710"/>
                </a:lnTo>
                <a:lnTo>
                  <a:pt x="757828" y="311150"/>
                </a:lnTo>
                <a:lnTo>
                  <a:pt x="718200" y="276860"/>
                </a:lnTo>
                <a:lnTo>
                  <a:pt x="712695" y="273050"/>
                </a:lnTo>
                <a:lnTo>
                  <a:pt x="702995" y="269240"/>
                </a:lnTo>
                <a:lnTo>
                  <a:pt x="973854" y="269240"/>
                </a:lnTo>
                <a:lnTo>
                  <a:pt x="1026217" y="312420"/>
                </a:lnTo>
                <a:lnTo>
                  <a:pt x="1082805" y="312420"/>
                </a:lnTo>
                <a:lnTo>
                  <a:pt x="1071043" y="325120"/>
                </a:lnTo>
                <a:lnTo>
                  <a:pt x="1049286" y="361950"/>
                </a:lnTo>
                <a:lnTo>
                  <a:pt x="1043572" y="392430"/>
                </a:lnTo>
                <a:lnTo>
                  <a:pt x="1034835" y="421640"/>
                </a:lnTo>
                <a:lnTo>
                  <a:pt x="1022117" y="448310"/>
                </a:lnTo>
                <a:lnTo>
                  <a:pt x="1004459" y="474980"/>
                </a:lnTo>
                <a:lnTo>
                  <a:pt x="1010062" y="480060"/>
                </a:lnTo>
                <a:lnTo>
                  <a:pt x="1015273" y="483870"/>
                </a:lnTo>
                <a:lnTo>
                  <a:pt x="1020384" y="488950"/>
                </a:lnTo>
                <a:lnTo>
                  <a:pt x="1025693" y="492760"/>
                </a:lnTo>
                <a:lnTo>
                  <a:pt x="1043551" y="508000"/>
                </a:lnTo>
                <a:lnTo>
                  <a:pt x="1053152" y="525780"/>
                </a:lnTo>
                <a:lnTo>
                  <a:pt x="1055774" y="547370"/>
                </a:lnTo>
                <a:lnTo>
                  <a:pt x="1052693" y="568960"/>
                </a:lnTo>
                <a:lnTo>
                  <a:pt x="1041855" y="598170"/>
                </a:lnTo>
                <a:lnTo>
                  <a:pt x="1031967" y="612140"/>
                </a:lnTo>
                <a:close/>
              </a:path>
              <a:path w="1144269" h="984250">
                <a:moveTo>
                  <a:pt x="300423" y="495300"/>
                </a:moveTo>
                <a:lnTo>
                  <a:pt x="198372" y="495300"/>
                </a:lnTo>
                <a:lnTo>
                  <a:pt x="205187" y="490220"/>
                </a:lnTo>
                <a:lnTo>
                  <a:pt x="215673" y="482600"/>
                </a:lnTo>
                <a:lnTo>
                  <a:pt x="238627" y="471170"/>
                </a:lnTo>
                <a:lnTo>
                  <a:pt x="261876" y="469900"/>
                </a:lnTo>
                <a:lnTo>
                  <a:pt x="283060" y="477520"/>
                </a:lnTo>
                <a:lnTo>
                  <a:pt x="299821" y="494030"/>
                </a:lnTo>
                <a:lnTo>
                  <a:pt x="300423" y="495300"/>
                </a:lnTo>
                <a:close/>
              </a:path>
              <a:path w="1144269" h="984250">
                <a:moveTo>
                  <a:pt x="933528" y="736600"/>
                </a:moveTo>
                <a:lnTo>
                  <a:pt x="872110" y="736600"/>
                </a:lnTo>
                <a:lnTo>
                  <a:pt x="882739" y="731520"/>
                </a:lnTo>
                <a:lnTo>
                  <a:pt x="894621" y="718820"/>
                </a:lnTo>
                <a:lnTo>
                  <a:pt x="904792" y="704850"/>
                </a:lnTo>
                <a:lnTo>
                  <a:pt x="912873" y="690880"/>
                </a:lnTo>
                <a:lnTo>
                  <a:pt x="918251" y="674370"/>
                </a:lnTo>
                <a:lnTo>
                  <a:pt x="920311" y="657860"/>
                </a:lnTo>
                <a:lnTo>
                  <a:pt x="920311" y="651510"/>
                </a:lnTo>
                <a:lnTo>
                  <a:pt x="916904" y="643890"/>
                </a:lnTo>
                <a:lnTo>
                  <a:pt x="912185" y="640080"/>
                </a:lnTo>
                <a:lnTo>
                  <a:pt x="884578" y="615950"/>
                </a:lnTo>
                <a:lnTo>
                  <a:pt x="829168" y="570230"/>
                </a:lnTo>
                <a:lnTo>
                  <a:pt x="796212" y="541020"/>
                </a:lnTo>
                <a:lnTo>
                  <a:pt x="779443" y="513080"/>
                </a:lnTo>
                <a:lnTo>
                  <a:pt x="781577" y="506730"/>
                </a:lnTo>
                <a:lnTo>
                  <a:pt x="786095" y="502920"/>
                </a:lnTo>
                <a:lnTo>
                  <a:pt x="791862" y="499110"/>
                </a:lnTo>
                <a:lnTo>
                  <a:pt x="801561" y="496570"/>
                </a:lnTo>
                <a:lnTo>
                  <a:pt x="807852" y="499110"/>
                </a:lnTo>
                <a:lnTo>
                  <a:pt x="814504" y="502920"/>
                </a:lnTo>
                <a:lnTo>
                  <a:pt x="820763" y="506730"/>
                </a:lnTo>
                <a:lnTo>
                  <a:pt x="826727" y="511810"/>
                </a:lnTo>
                <a:lnTo>
                  <a:pt x="832494" y="516890"/>
                </a:lnTo>
                <a:lnTo>
                  <a:pt x="857647" y="537210"/>
                </a:lnTo>
                <a:lnTo>
                  <a:pt x="907659" y="580390"/>
                </a:lnTo>
                <a:lnTo>
                  <a:pt x="932370" y="603250"/>
                </a:lnTo>
                <a:lnTo>
                  <a:pt x="941434" y="609600"/>
                </a:lnTo>
                <a:lnTo>
                  <a:pt x="950622" y="612140"/>
                </a:lnTo>
                <a:lnTo>
                  <a:pt x="1031967" y="612140"/>
                </a:lnTo>
                <a:lnTo>
                  <a:pt x="1024775" y="622300"/>
                </a:lnTo>
                <a:lnTo>
                  <a:pt x="1001600" y="638810"/>
                </a:lnTo>
                <a:lnTo>
                  <a:pt x="972478" y="650240"/>
                </a:lnTo>
                <a:lnTo>
                  <a:pt x="964614" y="652780"/>
                </a:lnTo>
                <a:lnTo>
                  <a:pt x="961992" y="656590"/>
                </a:lnTo>
                <a:lnTo>
                  <a:pt x="960681" y="664210"/>
                </a:lnTo>
                <a:lnTo>
                  <a:pt x="952821" y="699770"/>
                </a:lnTo>
                <a:lnTo>
                  <a:pt x="938891" y="730250"/>
                </a:lnTo>
                <a:lnTo>
                  <a:pt x="933528" y="736600"/>
                </a:lnTo>
                <a:close/>
              </a:path>
              <a:path w="1144269" h="984250">
                <a:moveTo>
                  <a:pt x="861823" y="849630"/>
                </a:moveTo>
                <a:lnTo>
                  <a:pt x="780540" y="849630"/>
                </a:lnTo>
                <a:lnTo>
                  <a:pt x="803134" y="847090"/>
                </a:lnTo>
                <a:lnTo>
                  <a:pt x="822188" y="835660"/>
                </a:lnTo>
                <a:lnTo>
                  <a:pt x="834067" y="812800"/>
                </a:lnTo>
                <a:lnTo>
                  <a:pt x="834853" y="810260"/>
                </a:lnTo>
                <a:lnTo>
                  <a:pt x="836164" y="803910"/>
                </a:lnTo>
                <a:lnTo>
                  <a:pt x="837995" y="788670"/>
                </a:lnTo>
                <a:lnTo>
                  <a:pt x="836262" y="775970"/>
                </a:lnTo>
                <a:lnTo>
                  <a:pt x="830155" y="764540"/>
                </a:lnTo>
                <a:lnTo>
                  <a:pt x="818862" y="753110"/>
                </a:lnTo>
                <a:lnTo>
                  <a:pt x="787913" y="730250"/>
                </a:lnTo>
                <a:lnTo>
                  <a:pt x="697228" y="657860"/>
                </a:lnTo>
                <a:lnTo>
                  <a:pt x="691461" y="652780"/>
                </a:lnTo>
                <a:lnTo>
                  <a:pt x="684908" y="647700"/>
                </a:lnTo>
                <a:lnTo>
                  <a:pt x="681238" y="635000"/>
                </a:lnTo>
                <a:lnTo>
                  <a:pt x="682286" y="623570"/>
                </a:lnTo>
                <a:lnTo>
                  <a:pt x="690937" y="615950"/>
                </a:lnTo>
                <a:lnTo>
                  <a:pt x="712695" y="615950"/>
                </a:lnTo>
                <a:lnTo>
                  <a:pt x="716889" y="619760"/>
                </a:lnTo>
                <a:lnTo>
                  <a:pt x="752278" y="648970"/>
                </a:lnTo>
                <a:lnTo>
                  <a:pt x="815192" y="698500"/>
                </a:lnTo>
                <a:lnTo>
                  <a:pt x="846649" y="723900"/>
                </a:lnTo>
                <a:lnTo>
                  <a:pt x="860744" y="734060"/>
                </a:lnTo>
                <a:lnTo>
                  <a:pt x="872110" y="736600"/>
                </a:lnTo>
                <a:lnTo>
                  <a:pt x="933528" y="736600"/>
                </a:lnTo>
                <a:lnTo>
                  <a:pt x="917440" y="755650"/>
                </a:lnTo>
                <a:lnTo>
                  <a:pt x="887019" y="775970"/>
                </a:lnTo>
                <a:lnTo>
                  <a:pt x="882825" y="777240"/>
                </a:lnTo>
                <a:lnTo>
                  <a:pt x="879942" y="784860"/>
                </a:lnTo>
                <a:lnTo>
                  <a:pt x="879417" y="789940"/>
                </a:lnTo>
                <a:lnTo>
                  <a:pt x="877033" y="808990"/>
                </a:lnTo>
                <a:lnTo>
                  <a:pt x="872536" y="828040"/>
                </a:lnTo>
                <a:lnTo>
                  <a:pt x="865188" y="844550"/>
                </a:lnTo>
                <a:lnTo>
                  <a:pt x="861823" y="849630"/>
                </a:lnTo>
                <a:close/>
              </a:path>
              <a:path w="1144269" h="984250">
                <a:moveTo>
                  <a:pt x="412149" y="909320"/>
                </a:moveTo>
                <a:lnTo>
                  <a:pt x="389318" y="900430"/>
                </a:lnTo>
                <a:lnTo>
                  <a:pt x="372434" y="878840"/>
                </a:lnTo>
                <a:lnTo>
                  <a:pt x="368133" y="867410"/>
                </a:lnTo>
                <a:lnTo>
                  <a:pt x="367322" y="854710"/>
                </a:lnTo>
                <a:lnTo>
                  <a:pt x="370443" y="843280"/>
                </a:lnTo>
                <a:lnTo>
                  <a:pt x="377939" y="833120"/>
                </a:lnTo>
                <a:lnTo>
                  <a:pt x="426599" y="777240"/>
                </a:lnTo>
                <a:lnTo>
                  <a:pt x="450524" y="749300"/>
                </a:lnTo>
                <a:lnTo>
                  <a:pt x="473883" y="721360"/>
                </a:lnTo>
                <a:lnTo>
                  <a:pt x="490755" y="707390"/>
                </a:lnTo>
                <a:lnTo>
                  <a:pt x="509961" y="702310"/>
                </a:lnTo>
                <a:lnTo>
                  <a:pt x="528626" y="704850"/>
                </a:lnTo>
                <a:lnTo>
                  <a:pt x="543875" y="712470"/>
                </a:lnTo>
                <a:lnTo>
                  <a:pt x="557126" y="727710"/>
                </a:lnTo>
                <a:lnTo>
                  <a:pt x="564158" y="745490"/>
                </a:lnTo>
                <a:lnTo>
                  <a:pt x="564261" y="764540"/>
                </a:lnTo>
                <a:lnTo>
                  <a:pt x="556720" y="783590"/>
                </a:lnTo>
                <a:lnTo>
                  <a:pt x="549560" y="792480"/>
                </a:lnTo>
                <a:lnTo>
                  <a:pt x="541713" y="801370"/>
                </a:lnTo>
                <a:lnTo>
                  <a:pt x="533570" y="810260"/>
                </a:lnTo>
                <a:lnTo>
                  <a:pt x="525525" y="819150"/>
                </a:lnTo>
                <a:lnTo>
                  <a:pt x="522380" y="822960"/>
                </a:lnTo>
                <a:lnTo>
                  <a:pt x="518972" y="826770"/>
                </a:lnTo>
                <a:lnTo>
                  <a:pt x="514777" y="831850"/>
                </a:lnTo>
                <a:lnTo>
                  <a:pt x="524788" y="839470"/>
                </a:lnTo>
                <a:lnTo>
                  <a:pt x="553837" y="862330"/>
                </a:lnTo>
                <a:lnTo>
                  <a:pt x="555679" y="863600"/>
                </a:lnTo>
                <a:lnTo>
                  <a:pt x="487515" y="863600"/>
                </a:lnTo>
                <a:lnTo>
                  <a:pt x="473818" y="878840"/>
                </a:lnTo>
                <a:lnTo>
                  <a:pt x="466871" y="886460"/>
                </a:lnTo>
                <a:lnTo>
                  <a:pt x="459727" y="894080"/>
                </a:lnTo>
                <a:lnTo>
                  <a:pt x="436946" y="908050"/>
                </a:lnTo>
                <a:lnTo>
                  <a:pt x="412149" y="909320"/>
                </a:lnTo>
                <a:close/>
              </a:path>
              <a:path w="1144269" h="984250">
                <a:moveTo>
                  <a:pt x="759451" y="942340"/>
                </a:moveTo>
                <a:lnTo>
                  <a:pt x="682929" y="942340"/>
                </a:lnTo>
                <a:lnTo>
                  <a:pt x="691986" y="939800"/>
                </a:lnTo>
                <a:lnTo>
                  <a:pt x="708472" y="932180"/>
                </a:lnTo>
                <a:lnTo>
                  <a:pt x="722820" y="923290"/>
                </a:lnTo>
                <a:lnTo>
                  <a:pt x="734268" y="909320"/>
                </a:lnTo>
                <a:lnTo>
                  <a:pt x="742055" y="892810"/>
                </a:lnTo>
                <a:lnTo>
                  <a:pt x="744152" y="885190"/>
                </a:lnTo>
                <a:lnTo>
                  <a:pt x="743103" y="880110"/>
                </a:lnTo>
                <a:lnTo>
                  <a:pt x="737336" y="875030"/>
                </a:lnTo>
                <a:lnTo>
                  <a:pt x="604954" y="768350"/>
                </a:lnTo>
                <a:lnTo>
                  <a:pt x="597999" y="763270"/>
                </a:lnTo>
                <a:lnTo>
                  <a:pt x="591978" y="756920"/>
                </a:lnTo>
                <a:lnTo>
                  <a:pt x="587923" y="750570"/>
                </a:lnTo>
                <a:lnTo>
                  <a:pt x="586867" y="740410"/>
                </a:lnTo>
                <a:lnTo>
                  <a:pt x="588882" y="732790"/>
                </a:lnTo>
                <a:lnTo>
                  <a:pt x="593158" y="727710"/>
                </a:lnTo>
                <a:lnTo>
                  <a:pt x="599400" y="723900"/>
                </a:lnTo>
                <a:lnTo>
                  <a:pt x="607314" y="725170"/>
                </a:lnTo>
                <a:lnTo>
                  <a:pt x="622551" y="730250"/>
                </a:lnTo>
                <a:lnTo>
                  <a:pt x="629764" y="734060"/>
                </a:lnTo>
                <a:lnTo>
                  <a:pt x="636411" y="739140"/>
                </a:lnTo>
                <a:lnTo>
                  <a:pt x="664395" y="762000"/>
                </a:lnTo>
                <a:lnTo>
                  <a:pt x="692182" y="783590"/>
                </a:lnTo>
                <a:lnTo>
                  <a:pt x="747560" y="829310"/>
                </a:lnTo>
                <a:lnTo>
                  <a:pt x="751230" y="833120"/>
                </a:lnTo>
                <a:lnTo>
                  <a:pt x="754375" y="835660"/>
                </a:lnTo>
                <a:lnTo>
                  <a:pt x="758045" y="838200"/>
                </a:lnTo>
                <a:lnTo>
                  <a:pt x="780540" y="849630"/>
                </a:lnTo>
                <a:lnTo>
                  <a:pt x="861823" y="849630"/>
                </a:lnTo>
                <a:lnTo>
                  <a:pt x="854252" y="861060"/>
                </a:lnTo>
                <a:lnTo>
                  <a:pt x="842218" y="873760"/>
                </a:lnTo>
                <a:lnTo>
                  <a:pt x="828562" y="882650"/>
                </a:lnTo>
                <a:lnTo>
                  <a:pt x="813333" y="887730"/>
                </a:lnTo>
                <a:lnTo>
                  <a:pt x="796580" y="891540"/>
                </a:lnTo>
                <a:lnTo>
                  <a:pt x="785308" y="891540"/>
                </a:lnTo>
                <a:lnTo>
                  <a:pt x="781900" y="896620"/>
                </a:lnTo>
                <a:lnTo>
                  <a:pt x="779279" y="905510"/>
                </a:lnTo>
                <a:lnTo>
                  <a:pt x="764415" y="937260"/>
                </a:lnTo>
                <a:lnTo>
                  <a:pt x="759451" y="942340"/>
                </a:lnTo>
                <a:close/>
              </a:path>
              <a:path w="1144269" h="984250">
                <a:moveTo>
                  <a:pt x="674946" y="984250"/>
                </a:moveTo>
                <a:lnTo>
                  <a:pt x="631955" y="969010"/>
                </a:lnTo>
                <a:lnTo>
                  <a:pt x="596627" y="943610"/>
                </a:lnTo>
                <a:lnTo>
                  <a:pt x="490922" y="866140"/>
                </a:lnTo>
                <a:lnTo>
                  <a:pt x="489874" y="864870"/>
                </a:lnTo>
                <a:lnTo>
                  <a:pt x="487515" y="863600"/>
                </a:lnTo>
                <a:lnTo>
                  <a:pt x="555679" y="863600"/>
                </a:lnTo>
                <a:lnTo>
                  <a:pt x="579637" y="880110"/>
                </a:lnTo>
                <a:lnTo>
                  <a:pt x="631435" y="918210"/>
                </a:lnTo>
                <a:lnTo>
                  <a:pt x="657383" y="935990"/>
                </a:lnTo>
                <a:lnTo>
                  <a:pt x="665702" y="941070"/>
                </a:lnTo>
                <a:lnTo>
                  <a:pt x="674193" y="942340"/>
                </a:lnTo>
                <a:lnTo>
                  <a:pt x="759451" y="942340"/>
                </a:lnTo>
                <a:lnTo>
                  <a:pt x="739597" y="962660"/>
                </a:lnTo>
                <a:lnTo>
                  <a:pt x="708537" y="979170"/>
                </a:lnTo>
                <a:lnTo>
                  <a:pt x="674946" y="984250"/>
                </a:lnTo>
                <a:close/>
              </a:path>
            </a:pathLst>
          </a:custGeom>
          <a:solidFill>
            <a:srgbClr val="000000"/>
          </a:solidFill>
        </p:spPr>
        <p:txBody>
          <a:bodyPr wrap="square" lIns="0" tIns="0" rIns="0" bIns="0" rtlCol="0"/>
          <a:lstStyle/>
          <a:p>
            <a:endParaRPr/>
          </a:p>
        </p:txBody>
      </p:sp>
      <p:pic>
        <p:nvPicPr>
          <p:cNvPr id="59" name="bg object 59"/>
          <p:cNvPicPr/>
          <p:nvPr/>
        </p:nvPicPr>
        <p:blipFill>
          <a:blip r:embed="rId24" cstate="print"/>
          <a:stretch>
            <a:fillRect/>
          </a:stretch>
        </p:blipFill>
        <p:spPr>
          <a:xfrm>
            <a:off x="15098941" y="8803311"/>
            <a:ext cx="300902" cy="312736"/>
          </a:xfrm>
          <a:prstGeom prst="rect">
            <a:avLst/>
          </a:prstGeom>
        </p:spPr>
      </p:pic>
      <p:sp>
        <p:nvSpPr>
          <p:cNvPr id="60" name="bg object 60"/>
          <p:cNvSpPr/>
          <p:nvPr/>
        </p:nvSpPr>
        <p:spPr>
          <a:xfrm>
            <a:off x="9771672" y="8294745"/>
            <a:ext cx="873760" cy="871855"/>
          </a:xfrm>
          <a:custGeom>
            <a:avLst/>
            <a:gdLst/>
            <a:ahLst/>
            <a:cxnLst/>
            <a:rect l="l" t="t" r="r" b="b"/>
            <a:pathLst>
              <a:path w="873759" h="871854">
                <a:moveTo>
                  <a:pt x="258825" y="621687"/>
                </a:moveTo>
                <a:lnTo>
                  <a:pt x="173097" y="439459"/>
                </a:lnTo>
                <a:lnTo>
                  <a:pt x="235754" y="397079"/>
                </a:lnTo>
                <a:lnTo>
                  <a:pt x="266213" y="375773"/>
                </a:lnTo>
                <a:lnTo>
                  <a:pt x="334217" y="317689"/>
                </a:lnTo>
                <a:lnTo>
                  <a:pt x="366999" y="277721"/>
                </a:lnTo>
                <a:lnTo>
                  <a:pt x="392444" y="232785"/>
                </a:lnTo>
                <a:lnTo>
                  <a:pt x="409145" y="182264"/>
                </a:lnTo>
                <a:lnTo>
                  <a:pt x="413313" y="142222"/>
                </a:lnTo>
                <a:lnTo>
                  <a:pt x="413233" y="128762"/>
                </a:lnTo>
                <a:lnTo>
                  <a:pt x="412903" y="121388"/>
                </a:lnTo>
                <a:lnTo>
                  <a:pt x="413075" y="114454"/>
                </a:lnTo>
                <a:lnTo>
                  <a:pt x="415493" y="108641"/>
                </a:lnTo>
                <a:lnTo>
                  <a:pt x="421904" y="104631"/>
                </a:lnTo>
                <a:lnTo>
                  <a:pt x="430327" y="104095"/>
                </a:lnTo>
                <a:lnTo>
                  <a:pt x="435913" y="107841"/>
                </a:lnTo>
                <a:lnTo>
                  <a:pt x="439746" y="114094"/>
                </a:lnTo>
                <a:lnTo>
                  <a:pt x="442910" y="121079"/>
                </a:lnTo>
                <a:lnTo>
                  <a:pt x="552051" y="353042"/>
                </a:lnTo>
                <a:lnTo>
                  <a:pt x="655024" y="571782"/>
                </a:lnTo>
                <a:lnTo>
                  <a:pt x="488153" y="571782"/>
                </a:lnTo>
                <a:lnTo>
                  <a:pt x="442576" y="572622"/>
                </a:lnTo>
                <a:lnTo>
                  <a:pt x="397553" y="578400"/>
                </a:lnTo>
                <a:lnTo>
                  <a:pt x="353022" y="588467"/>
                </a:lnTo>
                <a:lnTo>
                  <a:pt x="308920" y="602173"/>
                </a:lnTo>
                <a:lnTo>
                  <a:pt x="284445" y="611446"/>
                </a:lnTo>
                <a:lnTo>
                  <a:pt x="258825" y="621687"/>
                </a:lnTo>
                <a:close/>
              </a:path>
              <a:path w="873759" h="871854">
                <a:moveTo>
                  <a:pt x="607151" y="397717"/>
                </a:moveTo>
                <a:lnTo>
                  <a:pt x="569169" y="317170"/>
                </a:lnTo>
                <a:lnTo>
                  <a:pt x="589833" y="313774"/>
                </a:lnTo>
                <a:lnTo>
                  <a:pt x="606449" y="315975"/>
                </a:lnTo>
                <a:lnTo>
                  <a:pt x="619370" y="323696"/>
                </a:lnTo>
                <a:lnTo>
                  <a:pt x="628945" y="336860"/>
                </a:lnTo>
                <a:lnTo>
                  <a:pt x="634106" y="353042"/>
                </a:lnTo>
                <a:lnTo>
                  <a:pt x="632415" y="368341"/>
                </a:lnTo>
                <a:lnTo>
                  <a:pt x="623541" y="383114"/>
                </a:lnTo>
                <a:lnTo>
                  <a:pt x="607151" y="397717"/>
                </a:lnTo>
                <a:close/>
              </a:path>
              <a:path w="873759" h="871854">
                <a:moveTo>
                  <a:pt x="101222" y="684365"/>
                </a:moveTo>
                <a:lnTo>
                  <a:pt x="60460" y="675857"/>
                </a:lnTo>
                <a:lnTo>
                  <a:pt x="22928" y="646714"/>
                </a:lnTo>
                <a:lnTo>
                  <a:pt x="8350" y="620689"/>
                </a:lnTo>
                <a:lnTo>
                  <a:pt x="5961" y="615192"/>
                </a:lnTo>
                <a:lnTo>
                  <a:pt x="0" y="574017"/>
                </a:lnTo>
                <a:lnTo>
                  <a:pt x="1464" y="562119"/>
                </a:lnTo>
                <a:lnTo>
                  <a:pt x="17232" y="523620"/>
                </a:lnTo>
                <a:lnTo>
                  <a:pt x="47272" y="494852"/>
                </a:lnTo>
                <a:lnTo>
                  <a:pt x="92805" y="471123"/>
                </a:lnTo>
                <a:lnTo>
                  <a:pt x="140742" y="448575"/>
                </a:lnTo>
                <a:lnTo>
                  <a:pt x="229853" y="637771"/>
                </a:lnTo>
                <a:lnTo>
                  <a:pt x="178011" y="660972"/>
                </a:lnTo>
                <a:lnTo>
                  <a:pt x="124917" y="681145"/>
                </a:lnTo>
                <a:lnTo>
                  <a:pt x="113198" y="683562"/>
                </a:lnTo>
                <a:lnTo>
                  <a:pt x="101222" y="684365"/>
                </a:lnTo>
                <a:close/>
              </a:path>
              <a:path w="873759" h="871854">
                <a:moveTo>
                  <a:pt x="658292" y="638452"/>
                </a:moveTo>
                <a:lnTo>
                  <a:pt x="627814" y="612910"/>
                </a:lnTo>
                <a:lnTo>
                  <a:pt x="583168" y="589208"/>
                </a:lnTo>
                <a:lnTo>
                  <a:pt x="534347" y="576527"/>
                </a:lnTo>
                <a:lnTo>
                  <a:pt x="488153" y="571782"/>
                </a:lnTo>
                <a:lnTo>
                  <a:pt x="655024" y="571782"/>
                </a:lnTo>
                <a:lnTo>
                  <a:pt x="673283" y="610538"/>
                </a:lnTo>
                <a:lnTo>
                  <a:pt x="674442" y="612910"/>
                </a:lnTo>
                <a:lnTo>
                  <a:pt x="675315" y="614767"/>
                </a:lnTo>
                <a:lnTo>
                  <a:pt x="681095" y="629382"/>
                </a:lnTo>
                <a:lnTo>
                  <a:pt x="680097" y="632601"/>
                </a:lnTo>
                <a:lnTo>
                  <a:pt x="679686" y="633670"/>
                </a:lnTo>
                <a:lnTo>
                  <a:pt x="678605" y="636238"/>
                </a:lnTo>
                <a:lnTo>
                  <a:pt x="677188" y="637771"/>
                </a:lnTo>
                <a:lnTo>
                  <a:pt x="668109" y="637771"/>
                </a:lnTo>
                <a:lnTo>
                  <a:pt x="658292" y="638452"/>
                </a:lnTo>
                <a:close/>
              </a:path>
              <a:path w="873759" h="871854">
                <a:moveTo>
                  <a:pt x="295785" y="698580"/>
                </a:moveTo>
                <a:lnTo>
                  <a:pt x="291227" y="689969"/>
                </a:lnTo>
                <a:lnTo>
                  <a:pt x="279105" y="667540"/>
                </a:lnTo>
                <a:lnTo>
                  <a:pt x="273357" y="656603"/>
                </a:lnTo>
                <a:lnTo>
                  <a:pt x="337092" y="628325"/>
                </a:lnTo>
                <a:lnTo>
                  <a:pt x="347341" y="652030"/>
                </a:lnTo>
                <a:lnTo>
                  <a:pt x="346793" y="667108"/>
                </a:lnTo>
                <a:lnTo>
                  <a:pt x="346688" y="670017"/>
                </a:lnTo>
                <a:lnTo>
                  <a:pt x="330910" y="684721"/>
                </a:lnTo>
                <a:lnTo>
                  <a:pt x="295785" y="698580"/>
                </a:lnTo>
                <a:close/>
              </a:path>
              <a:path w="873759" h="871854">
                <a:moveTo>
                  <a:pt x="674352" y="639439"/>
                </a:moveTo>
                <a:lnTo>
                  <a:pt x="667232" y="637771"/>
                </a:lnTo>
                <a:lnTo>
                  <a:pt x="677188" y="637771"/>
                </a:lnTo>
                <a:lnTo>
                  <a:pt x="676827" y="638161"/>
                </a:lnTo>
                <a:lnTo>
                  <a:pt x="674352" y="639439"/>
                </a:lnTo>
                <a:close/>
              </a:path>
              <a:path w="873759" h="871854">
                <a:moveTo>
                  <a:pt x="307234" y="871623"/>
                </a:moveTo>
                <a:lnTo>
                  <a:pt x="299072" y="869983"/>
                </a:lnTo>
                <a:lnTo>
                  <a:pt x="292059" y="864949"/>
                </a:lnTo>
                <a:lnTo>
                  <a:pt x="285952" y="857147"/>
                </a:lnTo>
                <a:lnTo>
                  <a:pt x="260287" y="817103"/>
                </a:lnTo>
                <a:lnTo>
                  <a:pt x="182061" y="695843"/>
                </a:lnTo>
                <a:lnTo>
                  <a:pt x="242803" y="667108"/>
                </a:lnTo>
                <a:lnTo>
                  <a:pt x="242587" y="667108"/>
                </a:lnTo>
                <a:lnTo>
                  <a:pt x="245050" y="671437"/>
                </a:lnTo>
                <a:lnTo>
                  <a:pt x="247452" y="675083"/>
                </a:lnTo>
                <a:lnTo>
                  <a:pt x="322983" y="835589"/>
                </a:lnTo>
                <a:lnTo>
                  <a:pt x="326912" y="846970"/>
                </a:lnTo>
                <a:lnTo>
                  <a:pt x="327218" y="856538"/>
                </a:lnTo>
                <a:lnTo>
                  <a:pt x="323858" y="864047"/>
                </a:lnTo>
                <a:lnTo>
                  <a:pt x="316791" y="869248"/>
                </a:lnTo>
                <a:lnTo>
                  <a:pt x="307234" y="871623"/>
                </a:lnTo>
                <a:close/>
              </a:path>
              <a:path w="873759" h="871854">
                <a:moveTo>
                  <a:pt x="583052" y="89203"/>
                </a:moveTo>
                <a:lnTo>
                  <a:pt x="576851" y="89203"/>
                </a:lnTo>
                <a:lnTo>
                  <a:pt x="575488" y="88985"/>
                </a:lnTo>
                <a:lnTo>
                  <a:pt x="560067" y="71623"/>
                </a:lnTo>
                <a:lnTo>
                  <a:pt x="560698" y="64551"/>
                </a:lnTo>
                <a:lnTo>
                  <a:pt x="561892" y="61342"/>
                </a:lnTo>
                <a:lnTo>
                  <a:pt x="563965" y="58460"/>
                </a:lnTo>
                <a:lnTo>
                  <a:pt x="572218" y="46131"/>
                </a:lnTo>
                <a:lnTo>
                  <a:pt x="580530" y="33876"/>
                </a:lnTo>
                <a:lnTo>
                  <a:pt x="588900" y="21695"/>
                </a:lnTo>
                <a:lnTo>
                  <a:pt x="597330" y="9587"/>
                </a:lnTo>
                <a:lnTo>
                  <a:pt x="601554" y="3172"/>
                </a:lnTo>
                <a:lnTo>
                  <a:pt x="607507" y="0"/>
                </a:lnTo>
                <a:lnTo>
                  <a:pt x="613469" y="0"/>
                </a:lnTo>
                <a:lnTo>
                  <a:pt x="623126" y="399"/>
                </a:lnTo>
                <a:lnTo>
                  <a:pt x="629079" y="4006"/>
                </a:lnTo>
                <a:lnTo>
                  <a:pt x="633045" y="10891"/>
                </a:lnTo>
                <a:lnTo>
                  <a:pt x="634337" y="12759"/>
                </a:lnTo>
                <a:lnTo>
                  <a:pt x="633063" y="23038"/>
                </a:lnTo>
                <a:lnTo>
                  <a:pt x="631967" y="26837"/>
                </a:lnTo>
                <a:lnTo>
                  <a:pt x="604283" y="68479"/>
                </a:lnTo>
                <a:lnTo>
                  <a:pt x="585488" y="88638"/>
                </a:lnTo>
                <a:lnTo>
                  <a:pt x="583052" y="89203"/>
                </a:lnTo>
                <a:close/>
              </a:path>
              <a:path w="873759" h="871854">
                <a:moveTo>
                  <a:pt x="737822" y="295971"/>
                </a:moveTo>
                <a:lnTo>
                  <a:pt x="730201" y="295971"/>
                </a:lnTo>
                <a:lnTo>
                  <a:pt x="727443" y="295273"/>
                </a:lnTo>
                <a:lnTo>
                  <a:pt x="714549" y="273449"/>
                </a:lnTo>
                <a:lnTo>
                  <a:pt x="715405" y="270137"/>
                </a:lnTo>
                <a:lnTo>
                  <a:pt x="718888" y="263969"/>
                </a:lnTo>
                <a:lnTo>
                  <a:pt x="721282" y="261525"/>
                </a:lnTo>
                <a:lnTo>
                  <a:pt x="724330" y="259721"/>
                </a:lnTo>
                <a:lnTo>
                  <a:pt x="736952" y="251904"/>
                </a:lnTo>
                <a:lnTo>
                  <a:pt x="762328" y="236492"/>
                </a:lnTo>
                <a:lnTo>
                  <a:pt x="775082" y="228940"/>
                </a:lnTo>
                <a:lnTo>
                  <a:pt x="781501" y="224819"/>
                </a:lnTo>
                <a:lnTo>
                  <a:pt x="807038" y="244800"/>
                </a:lnTo>
                <a:lnTo>
                  <a:pt x="807390" y="247150"/>
                </a:lnTo>
                <a:lnTo>
                  <a:pt x="805863" y="249030"/>
                </a:lnTo>
                <a:lnTo>
                  <a:pt x="805276" y="250087"/>
                </a:lnTo>
                <a:lnTo>
                  <a:pt x="804571" y="251144"/>
                </a:lnTo>
                <a:lnTo>
                  <a:pt x="803866" y="252319"/>
                </a:lnTo>
                <a:lnTo>
                  <a:pt x="802012" y="255919"/>
                </a:lnTo>
                <a:lnTo>
                  <a:pt x="799467" y="258934"/>
                </a:lnTo>
                <a:lnTo>
                  <a:pt x="757025" y="285420"/>
                </a:lnTo>
                <a:lnTo>
                  <a:pt x="744184" y="292968"/>
                </a:lnTo>
                <a:lnTo>
                  <a:pt x="741151" y="294953"/>
                </a:lnTo>
                <a:lnTo>
                  <a:pt x="737822" y="295971"/>
                </a:lnTo>
                <a:close/>
              </a:path>
              <a:path w="873759" h="871854">
                <a:moveTo>
                  <a:pt x="852750" y="582238"/>
                </a:moveTo>
                <a:lnTo>
                  <a:pt x="848744" y="581625"/>
                </a:lnTo>
                <a:lnTo>
                  <a:pt x="833703" y="577866"/>
                </a:lnTo>
                <a:lnTo>
                  <a:pt x="818918" y="573989"/>
                </a:lnTo>
                <a:lnTo>
                  <a:pt x="789885" y="566000"/>
                </a:lnTo>
                <a:lnTo>
                  <a:pt x="786407" y="565144"/>
                </a:lnTo>
                <a:lnTo>
                  <a:pt x="783392" y="563460"/>
                </a:lnTo>
                <a:lnTo>
                  <a:pt x="778357" y="558479"/>
                </a:lnTo>
                <a:lnTo>
                  <a:pt x="776683" y="555549"/>
                </a:lnTo>
                <a:lnTo>
                  <a:pt x="774955" y="548763"/>
                </a:lnTo>
                <a:lnTo>
                  <a:pt x="775023" y="545389"/>
                </a:lnTo>
                <a:lnTo>
                  <a:pt x="793373" y="527676"/>
                </a:lnTo>
                <a:lnTo>
                  <a:pt x="796699" y="527676"/>
                </a:lnTo>
                <a:lnTo>
                  <a:pt x="800224" y="528640"/>
                </a:lnTo>
                <a:lnTo>
                  <a:pt x="843311" y="539941"/>
                </a:lnTo>
                <a:lnTo>
                  <a:pt x="857556" y="543913"/>
                </a:lnTo>
                <a:lnTo>
                  <a:pt x="864938" y="545734"/>
                </a:lnTo>
                <a:lnTo>
                  <a:pt x="869872" y="550238"/>
                </a:lnTo>
                <a:lnTo>
                  <a:pt x="872359" y="557424"/>
                </a:lnTo>
                <a:lnTo>
                  <a:pt x="873476" y="560958"/>
                </a:lnTo>
                <a:lnTo>
                  <a:pt x="873548" y="565144"/>
                </a:lnTo>
                <a:lnTo>
                  <a:pt x="872208" y="571809"/>
                </a:lnTo>
                <a:lnTo>
                  <a:pt x="870644" y="575039"/>
                </a:lnTo>
                <a:lnTo>
                  <a:pt x="868247" y="577866"/>
                </a:lnTo>
                <a:lnTo>
                  <a:pt x="866837" y="579863"/>
                </a:lnTo>
                <a:lnTo>
                  <a:pt x="864370" y="580098"/>
                </a:lnTo>
                <a:lnTo>
                  <a:pt x="861903" y="580568"/>
                </a:lnTo>
                <a:lnTo>
                  <a:pt x="856705" y="582003"/>
                </a:lnTo>
                <a:lnTo>
                  <a:pt x="852750" y="582238"/>
                </a:lnTo>
                <a:close/>
              </a:path>
            </a:pathLst>
          </a:custGeom>
          <a:solidFill>
            <a:srgbClr val="000000"/>
          </a:solidFill>
        </p:spPr>
        <p:txBody>
          <a:bodyPr wrap="square" lIns="0" tIns="0" rIns="0" bIns="0" rtlCol="0"/>
          <a:lstStyle/>
          <a:p>
            <a:endParaRPr/>
          </a:p>
        </p:txBody>
      </p:sp>
      <p:pic>
        <p:nvPicPr>
          <p:cNvPr id="61" name="bg object 61"/>
          <p:cNvPicPr/>
          <p:nvPr/>
        </p:nvPicPr>
        <p:blipFill>
          <a:blip r:embed="rId25" cstate="print"/>
          <a:stretch>
            <a:fillRect/>
          </a:stretch>
        </p:blipFill>
        <p:spPr>
          <a:xfrm>
            <a:off x="15138486" y="5628670"/>
            <a:ext cx="1025631" cy="1047750"/>
          </a:xfrm>
          <a:prstGeom prst="rect">
            <a:avLst/>
          </a:prstGeom>
        </p:spPr>
      </p:pic>
      <p:sp>
        <p:nvSpPr>
          <p:cNvPr id="62" name="bg object 62"/>
          <p:cNvSpPr/>
          <p:nvPr/>
        </p:nvSpPr>
        <p:spPr>
          <a:xfrm>
            <a:off x="6564390" y="2925088"/>
            <a:ext cx="783590" cy="971550"/>
          </a:xfrm>
          <a:custGeom>
            <a:avLst/>
            <a:gdLst/>
            <a:ahLst/>
            <a:cxnLst/>
            <a:rect l="l" t="t" r="r" b="b"/>
            <a:pathLst>
              <a:path w="783590" h="971550">
                <a:moveTo>
                  <a:pt x="396592" y="971193"/>
                </a:moveTo>
                <a:lnTo>
                  <a:pt x="356173" y="955708"/>
                </a:lnTo>
                <a:lnTo>
                  <a:pt x="354036" y="954634"/>
                </a:lnTo>
                <a:lnTo>
                  <a:pt x="351844" y="953684"/>
                </a:lnTo>
                <a:lnTo>
                  <a:pt x="299940" y="927560"/>
                </a:lnTo>
                <a:lnTo>
                  <a:pt x="252669" y="898944"/>
                </a:lnTo>
                <a:lnTo>
                  <a:pt x="207786" y="867011"/>
                </a:lnTo>
                <a:lnTo>
                  <a:pt x="165290" y="831761"/>
                </a:lnTo>
                <a:lnTo>
                  <a:pt x="125181" y="793195"/>
                </a:lnTo>
                <a:lnTo>
                  <a:pt x="78927" y="740090"/>
                </a:lnTo>
                <a:lnTo>
                  <a:pt x="39802" y="681595"/>
                </a:lnTo>
                <a:lnTo>
                  <a:pt x="38636" y="679131"/>
                </a:lnTo>
                <a:lnTo>
                  <a:pt x="37308" y="676757"/>
                </a:lnTo>
                <a:lnTo>
                  <a:pt x="12586" y="620983"/>
                </a:lnTo>
                <a:lnTo>
                  <a:pt x="2951" y="563513"/>
                </a:lnTo>
                <a:lnTo>
                  <a:pt x="0" y="208284"/>
                </a:lnTo>
                <a:lnTo>
                  <a:pt x="388554" y="0"/>
                </a:lnTo>
                <a:lnTo>
                  <a:pt x="780519" y="201959"/>
                </a:lnTo>
                <a:lnTo>
                  <a:pt x="781520" y="324715"/>
                </a:lnTo>
                <a:lnTo>
                  <a:pt x="577294" y="324715"/>
                </a:lnTo>
                <a:lnTo>
                  <a:pt x="573969" y="325362"/>
                </a:lnTo>
                <a:lnTo>
                  <a:pt x="567354" y="327973"/>
                </a:lnTo>
                <a:lnTo>
                  <a:pt x="564371" y="329843"/>
                </a:lnTo>
                <a:lnTo>
                  <a:pt x="561767" y="332278"/>
                </a:lnTo>
                <a:lnTo>
                  <a:pt x="433172" y="460302"/>
                </a:lnTo>
                <a:lnTo>
                  <a:pt x="200342" y="460302"/>
                </a:lnTo>
                <a:lnTo>
                  <a:pt x="175256" y="486637"/>
                </a:lnTo>
                <a:lnTo>
                  <a:pt x="175380" y="490133"/>
                </a:lnTo>
                <a:lnTo>
                  <a:pt x="177028" y="497077"/>
                </a:lnTo>
                <a:lnTo>
                  <a:pt x="178489" y="500260"/>
                </a:lnTo>
                <a:lnTo>
                  <a:pt x="180587" y="503154"/>
                </a:lnTo>
                <a:lnTo>
                  <a:pt x="290910" y="633516"/>
                </a:lnTo>
                <a:lnTo>
                  <a:pt x="291800" y="634775"/>
                </a:lnTo>
                <a:lnTo>
                  <a:pt x="292793" y="635948"/>
                </a:lnTo>
                <a:lnTo>
                  <a:pt x="299097" y="642206"/>
                </a:lnTo>
                <a:lnTo>
                  <a:pt x="305461" y="644846"/>
                </a:lnTo>
                <a:lnTo>
                  <a:pt x="763677" y="644846"/>
                </a:lnTo>
                <a:lnTo>
                  <a:pt x="740082" y="691033"/>
                </a:lnTo>
                <a:lnTo>
                  <a:pt x="706929" y="739512"/>
                </a:lnTo>
                <a:lnTo>
                  <a:pt x="665037" y="788679"/>
                </a:lnTo>
                <a:lnTo>
                  <a:pt x="611046" y="840843"/>
                </a:lnTo>
                <a:lnTo>
                  <a:pt x="552177" y="887500"/>
                </a:lnTo>
                <a:lnTo>
                  <a:pt x="549583" y="889056"/>
                </a:lnTo>
                <a:lnTo>
                  <a:pt x="547119" y="890794"/>
                </a:lnTo>
                <a:lnTo>
                  <a:pt x="544784" y="892714"/>
                </a:lnTo>
                <a:lnTo>
                  <a:pt x="509725" y="916047"/>
                </a:lnTo>
                <a:lnTo>
                  <a:pt x="473340" y="936904"/>
                </a:lnTo>
                <a:lnTo>
                  <a:pt x="435629" y="955286"/>
                </a:lnTo>
                <a:lnTo>
                  <a:pt x="396592" y="971193"/>
                </a:lnTo>
                <a:close/>
              </a:path>
              <a:path w="783590" h="971550">
                <a:moveTo>
                  <a:pt x="763677" y="644846"/>
                </a:moveTo>
                <a:lnTo>
                  <a:pt x="320498" y="644846"/>
                </a:lnTo>
                <a:lnTo>
                  <a:pt x="326869" y="642206"/>
                </a:lnTo>
                <a:lnTo>
                  <a:pt x="602590" y="367847"/>
                </a:lnTo>
                <a:lnTo>
                  <a:pt x="604534" y="364924"/>
                </a:lnTo>
                <a:lnTo>
                  <a:pt x="607254" y="358309"/>
                </a:lnTo>
                <a:lnTo>
                  <a:pt x="607926" y="354869"/>
                </a:lnTo>
                <a:lnTo>
                  <a:pt x="607893" y="347723"/>
                </a:lnTo>
                <a:lnTo>
                  <a:pt x="584305" y="324715"/>
                </a:lnTo>
                <a:lnTo>
                  <a:pt x="781520" y="324715"/>
                </a:lnTo>
                <a:lnTo>
                  <a:pt x="783413" y="556988"/>
                </a:lnTo>
                <a:lnTo>
                  <a:pt x="778693" y="599043"/>
                </a:lnTo>
                <a:lnTo>
                  <a:pt x="764126" y="643967"/>
                </a:lnTo>
                <a:lnTo>
                  <a:pt x="763677" y="644846"/>
                </a:lnTo>
                <a:close/>
              </a:path>
              <a:path w="783590" h="971550">
                <a:moveTo>
                  <a:pt x="316185" y="576775"/>
                </a:moveTo>
                <a:lnTo>
                  <a:pt x="224487" y="471700"/>
                </a:lnTo>
                <a:lnTo>
                  <a:pt x="222389" y="468806"/>
                </a:lnTo>
                <a:lnTo>
                  <a:pt x="219815" y="466421"/>
                </a:lnTo>
                <a:lnTo>
                  <a:pt x="213711" y="462670"/>
                </a:lnTo>
                <a:lnTo>
                  <a:pt x="210414" y="461446"/>
                </a:lnTo>
                <a:lnTo>
                  <a:pt x="203332" y="460302"/>
                </a:lnTo>
                <a:lnTo>
                  <a:pt x="433172" y="460302"/>
                </a:lnTo>
                <a:lnTo>
                  <a:pt x="316185" y="576775"/>
                </a:lnTo>
                <a:close/>
              </a:path>
            </a:pathLst>
          </a:custGeom>
          <a:solidFill>
            <a:srgbClr val="000000"/>
          </a:solidFill>
        </p:spPr>
        <p:txBody>
          <a:bodyPr wrap="square" lIns="0" tIns="0" rIns="0" bIns="0" rtlCol="0"/>
          <a:lstStyle/>
          <a:p>
            <a:endParaRPr/>
          </a:p>
        </p:txBody>
      </p:sp>
      <p:pic>
        <p:nvPicPr>
          <p:cNvPr id="63" name="bg object 63"/>
          <p:cNvPicPr/>
          <p:nvPr/>
        </p:nvPicPr>
        <p:blipFill>
          <a:blip r:embed="rId26" cstate="print"/>
          <a:stretch>
            <a:fillRect/>
          </a:stretch>
        </p:blipFill>
        <p:spPr>
          <a:xfrm>
            <a:off x="9510952" y="3009748"/>
            <a:ext cx="1181479" cy="878368"/>
          </a:xfrm>
          <a:prstGeom prst="rect">
            <a:avLst/>
          </a:prstGeom>
        </p:spPr>
      </p:pic>
      <p:sp>
        <p:nvSpPr>
          <p:cNvPr id="64" name="bg object 64"/>
          <p:cNvSpPr/>
          <p:nvPr/>
        </p:nvSpPr>
        <p:spPr>
          <a:xfrm>
            <a:off x="12350070" y="2992751"/>
            <a:ext cx="962025" cy="977900"/>
          </a:xfrm>
          <a:custGeom>
            <a:avLst/>
            <a:gdLst/>
            <a:ahLst/>
            <a:cxnLst/>
            <a:rect l="l" t="t" r="r" b="b"/>
            <a:pathLst>
              <a:path w="962025" h="977900">
                <a:moveTo>
                  <a:pt x="112716" y="427989"/>
                </a:moveTo>
                <a:lnTo>
                  <a:pt x="76760" y="406399"/>
                </a:lnTo>
                <a:lnTo>
                  <a:pt x="70355" y="378459"/>
                </a:lnTo>
                <a:lnTo>
                  <a:pt x="71082" y="374649"/>
                </a:lnTo>
                <a:lnTo>
                  <a:pt x="90709" y="346709"/>
                </a:lnTo>
                <a:lnTo>
                  <a:pt x="93254" y="344169"/>
                </a:lnTo>
                <a:lnTo>
                  <a:pt x="98281" y="341629"/>
                </a:lnTo>
                <a:lnTo>
                  <a:pt x="102850" y="336549"/>
                </a:lnTo>
                <a:lnTo>
                  <a:pt x="105907" y="331469"/>
                </a:lnTo>
                <a:lnTo>
                  <a:pt x="106402" y="323849"/>
                </a:lnTo>
                <a:lnTo>
                  <a:pt x="104886" y="312419"/>
                </a:lnTo>
                <a:lnTo>
                  <a:pt x="88217" y="306069"/>
                </a:lnTo>
                <a:lnTo>
                  <a:pt x="85942" y="306069"/>
                </a:lnTo>
                <a:lnTo>
                  <a:pt x="0" y="271779"/>
                </a:lnTo>
                <a:lnTo>
                  <a:pt x="514" y="270509"/>
                </a:lnTo>
                <a:lnTo>
                  <a:pt x="2572" y="264159"/>
                </a:lnTo>
                <a:lnTo>
                  <a:pt x="9478" y="246379"/>
                </a:lnTo>
                <a:lnTo>
                  <a:pt x="102787" y="11429"/>
                </a:lnTo>
                <a:lnTo>
                  <a:pt x="106394" y="3809"/>
                </a:lnTo>
                <a:lnTo>
                  <a:pt x="110520" y="0"/>
                </a:lnTo>
                <a:lnTo>
                  <a:pt x="115908" y="0"/>
                </a:lnTo>
                <a:lnTo>
                  <a:pt x="123301" y="1269"/>
                </a:lnTo>
                <a:lnTo>
                  <a:pt x="379586" y="104139"/>
                </a:lnTo>
                <a:lnTo>
                  <a:pt x="380534" y="104139"/>
                </a:lnTo>
                <a:lnTo>
                  <a:pt x="382659" y="105409"/>
                </a:lnTo>
                <a:lnTo>
                  <a:pt x="364219" y="152399"/>
                </a:lnTo>
                <a:lnTo>
                  <a:pt x="305122" y="152399"/>
                </a:lnTo>
                <a:lnTo>
                  <a:pt x="280176" y="156209"/>
                </a:lnTo>
                <a:lnTo>
                  <a:pt x="244497" y="179069"/>
                </a:lnTo>
                <a:lnTo>
                  <a:pt x="225053" y="219709"/>
                </a:lnTo>
                <a:lnTo>
                  <a:pt x="224176" y="234949"/>
                </a:lnTo>
                <a:lnTo>
                  <a:pt x="224843" y="241299"/>
                </a:lnTo>
                <a:lnTo>
                  <a:pt x="250837" y="293369"/>
                </a:lnTo>
                <a:lnTo>
                  <a:pt x="299736" y="314959"/>
                </a:lnTo>
                <a:lnTo>
                  <a:pt x="288726" y="342899"/>
                </a:lnTo>
                <a:lnTo>
                  <a:pt x="170369" y="342899"/>
                </a:lnTo>
                <a:lnTo>
                  <a:pt x="164953" y="344169"/>
                </a:lnTo>
                <a:lnTo>
                  <a:pt x="159915" y="346709"/>
                </a:lnTo>
                <a:lnTo>
                  <a:pt x="155379" y="350519"/>
                </a:lnTo>
                <a:lnTo>
                  <a:pt x="155257" y="365759"/>
                </a:lnTo>
                <a:lnTo>
                  <a:pt x="155235" y="370839"/>
                </a:lnTo>
                <a:lnTo>
                  <a:pt x="155431" y="373379"/>
                </a:lnTo>
                <a:lnTo>
                  <a:pt x="155528" y="374649"/>
                </a:lnTo>
                <a:lnTo>
                  <a:pt x="156083" y="378459"/>
                </a:lnTo>
                <a:lnTo>
                  <a:pt x="156890" y="382269"/>
                </a:lnTo>
                <a:lnTo>
                  <a:pt x="156976" y="384809"/>
                </a:lnTo>
                <a:lnTo>
                  <a:pt x="139615" y="419099"/>
                </a:lnTo>
                <a:lnTo>
                  <a:pt x="122276" y="426719"/>
                </a:lnTo>
                <a:lnTo>
                  <a:pt x="117519" y="426719"/>
                </a:lnTo>
                <a:lnTo>
                  <a:pt x="112716" y="427989"/>
                </a:lnTo>
                <a:close/>
              </a:path>
              <a:path w="962025" h="977900">
                <a:moveTo>
                  <a:pt x="356743" y="171449"/>
                </a:moveTo>
                <a:lnTo>
                  <a:pt x="330672" y="157479"/>
                </a:lnTo>
                <a:lnTo>
                  <a:pt x="305122" y="152399"/>
                </a:lnTo>
                <a:lnTo>
                  <a:pt x="364219" y="152399"/>
                </a:lnTo>
                <a:lnTo>
                  <a:pt x="356743" y="171449"/>
                </a:lnTo>
                <a:close/>
              </a:path>
              <a:path w="962025" h="977900">
                <a:moveTo>
                  <a:pt x="961497" y="320039"/>
                </a:moveTo>
                <a:lnTo>
                  <a:pt x="561308" y="320039"/>
                </a:lnTo>
                <a:lnTo>
                  <a:pt x="565201" y="317499"/>
                </a:lnTo>
                <a:lnTo>
                  <a:pt x="568794" y="314959"/>
                </a:lnTo>
                <a:lnTo>
                  <a:pt x="571474" y="312419"/>
                </a:lnTo>
                <a:lnTo>
                  <a:pt x="575012" y="304799"/>
                </a:lnTo>
                <a:lnTo>
                  <a:pt x="575581" y="300989"/>
                </a:lnTo>
                <a:lnTo>
                  <a:pt x="574951" y="295909"/>
                </a:lnTo>
                <a:lnTo>
                  <a:pt x="574775" y="274319"/>
                </a:lnTo>
                <a:lnTo>
                  <a:pt x="574680" y="166369"/>
                </a:lnTo>
                <a:lnTo>
                  <a:pt x="575465" y="166369"/>
                </a:lnTo>
                <a:lnTo>
                  <a:pt x="580530" y="165099"/>
                </a:lnTo>
                <a:lnTo>
                  <a:pt x="935417" y="165099"/>
                </a:lnTo>
                <a:lnTo>
                  <a:pt x="948092" y="166369"/>
                </a:lnTo>
                <a:lnTo>
                  <a:pt x="956074" y="171449"/>
                </a:lnTo>
                <a:lnTo>
                  <a:pt x="960248" y="179069"/>
                </a:lnTo>
                <a:lnTo>
                  <a:pt x="961497" y="191769"/>
                </a:lnTo>
                <a:lnTo>
                  <a:pt x="961497" y="320039"/>
                </a:lnTo>
                <a:close/>
              </a:path>
              <a:path w="962025" h="977900">
                <a:moveTo>
                  <a:pt x="505100" y="420369"/>
                </a:moveTo>
                <a:lnTo>
                  <a:pt x="493529" y="420369"/>
                </a:lnTo>
                <a:lnTo>
                  <a:pt x="489728" y="419099"/>
                </a:lnTo>
                <a:lnTo>
                  <a:pt x="482248" y="417829"/>
                </a:lnTo>
                <a:lnTo>
                  <a:pt x="478637" y="416559"/>
                </a:lnTo>
                <a:lnTo>
                  <a:pt x="471675" y="412749"/>
                </a:lnTo>
                <a:lnTo>
                  <a:pt x="468388" y="410209"/>
                </a:lnTo>
                <a:lnTo>
                  <a:pt x="462201" y="406399"/>
                </a:lnTo>
                <a:lnTo>
                  <a:pt x="459359" y="403859"/>
                </a:lnTo>
                <a:lnTo>
                  <a:pt x="454161" y="397509"/>
                </a:lnTo>
                <a:lnTo>
                  <a:pt x="451846" y="394969"/>
                </a:lnTo>
                <a:lnTo>
                  <a:pt x="440747" y="361949"/>
                </a:lnTo>
                <a:lnTo>
                  <a:pt x="440770" y="360679"/>
                </a:lnTo>
                <a:lnTo>
                  <a:pt x="440884" y="354329"/>
                </a:lnTo>
                <a:lnTo>
                  <a:pt x="448852" y="328929"/>
                </a:lnTo>
                <a:lnTo>
                  <a:pt x="453128" y="322579"/>
                </a:lnTo>
                <a:lnTo>
                  <a:pt x="473580" y="304799"/>
                </a:lnTo>
                <a:lnTo>
                  <a:pt x="480657" y="300989"/>
                </a:lnTo>
                <a:lnTo>
                  <a:pt x="484312" y="299719"/>
                </a:lnTo>
                <a:lnTo>
                  <a:pt x="491856" y="298449"/>
                </a:lnTo>
                <a:lnTo>
                  <a:pt x="499540" y="298449"/>
                </a:lnTo>
                <a:lnTo>
                  <a:pt x="503406" y="297179"/>
                </a:lnTo>
                <a:lnTo>
                  <a:pt x="507247" y="298449"/>
                </a:lnTo>
                <a:lnTo>
                  <a:pt x="514879" y="299719"/>
                </a:lnTo>
                <a:lnTo>
                  <a:pt x="518599" y="299719"/>
                </a:lnTo>
                <a:lnTo>
                  <a:pt x="525848" y="303529"/>
                </a:lnTo>
                <a:lnTo>
                  <a:pt x="544780" y="317499"/>
                </a:lnTo>
                <a:lnTo>
                  <a:pt x="548439" y="318769"/>
                </a:lnTo>
                <a:lnTo>
                  <a:pt x="557176" y="320039"/>
                </a:lnTo>
                <a:lnTo>
                  <a:pt x="961497" y="320039"/>
                </a:lnTo>
                <a:lnTo>
                  <a:pt x="961497" y="397509"/>
                </a:lnTo>
                <a:lnTo>
                  <a:pt x="555724" y="397509"/>
                </a:lnTo>
                <a:lnTo>
                  <a:pt x="546706" y="400049"/>
                </a:lnTo>
                <a:lnTo>
                  <a:pt x="543059" y="402589"/>
                </a:lnTo>
                <a:lnTo>
                  <a:pt x="540273" y="406399"/>
                </a:lnTo>
                <a:lnTo>
                  <a:pt x="537322" y="408939"/>
                </a:lnTo>
                <a:lnTo>
                  <a:pt x="534160" y="411479"/>
                </a:lnTo>
                <a:lnTo>
                  <a:pt x="527409" y="415289"/>
                </a:lnTo>
                <a:lnTo>
                  <a:pt x="523884" y="416559"/>
                </a:lnTo>
                <a:lnTo>
                  <a:pt x="516535" y="419099"/>
                </a:lnTo>
                <a:lnTo>
                  <a:pt x="512778" y="419099"/>
                </a:lnTo>
                <a:lnTo>
                  <a:pt x="505100" y="420369"/>
                </a:lnTo>
                <a:close/>
              </a:path>
              <a:path w="962025" h="977900">
                <a:moveTo>
                  <a:pt x="273711" y="380999"/>
                </a:moveTo>
                <a:lnTo>
                  <a:pt x="188743" y="346709"/>
                </a:lnTo>
                <a:lnTo>
                  <a:pt x="188077" y="346709"/>
                </a:lnTo>
                <a:lnTo>
                  <a:pt x="187427" y="345439"/>
                </a:lnTo>
                <a:lnTo>
                  <a:pt x="186793" y="345439"/>
                </a:lnTo>
                <a:lnTo>
                  <a:pt x="184846" y="344169"/>
                </a:lnTo>
                <a:lnTo>
                  <a:pt x="176164" y="344169"/>
                </a:lnTo>
                <a:lnTo>
                  <a:pt x="170369" y="342899"/>
                </a:lnTo>
                <a:lnTo>
                  <a:pt x="288726" y="342899"/>
                </a:lnTo>
                <a:lnTo>
                  <a:pt x="273711" y="380999"/>
                </a:lnTo>
                <a:close/>
              </a:path>
              <a:path w="962025" h="977900">
                <a:moveTo>
                  <a:pt x="676899" y="552449"/>
                </a:moveTo>
                <a:lnTo>
                  <a:pt x="574423" y="552449"/>
                </a:lnTo>
                <a:lnTo>
                  <a:pt x="574423" y="422909"/>
                </a:lnTo>
                <a:lnTo>
                  <a:pt x="575632" y="417829"/>
                </a:lnTo>
                <a:lnTo>
                  <a:pt x="575513" y="416559"/>
                </a:lnTo>
                <a:lnTo>
                  <a:pt x="555724" y="397509"/>
                </a:lnTo>
                <a:lnTo>
                  <a:pt x="961497" y="397509"/>
                </a:lnTo>
                <a:lnTo>
                  <a:pt x="961497" y="417829"/>
                </a:lnTo>
                <a:lnTo>
                  <a:pt x="760481" y="417829"/>
                </a:lnTo>
                <a:lnTo>
                  <a:pt x="739157" y="421639"/>
                </a:lnTo>
                <a:lnTo>
                  <a:pt x="732308" y="424179"/>
                </a:lnTo>
                <a:lnTo>
                  <a:pt x="725670" y="427989"/>
                </a:lnTo>
                <a:lnTo>
                  <a:pt x="719325" y="430529"/>
                </a:lnTo>
                <a:lnTo>
                  <a:pt x="713273" y="435609"/>
                </a:lnTo>
                <a:lnTo>
                  <a:pt x="707514" y="439419"/>
                </a:lnTo>
                <a:lnTo>
                  <a:pt x="685861" y="463549"/>
                </a:lnTo>
                <a:lnTo>
                  <a:pt x="673525" y="490219"/>
                </a:lnTo>
                <a:lnTo>
                  <a:pt x="670530" y="519429"/>
                </a:lnTo>
                <a:lnTo>
                  <a:pt x="676899" y="552449"/>
                </a:lnTo>
                <a:close/>
              </a:path>
              <a:path w="962025" h="977900">
                <a:moveTo>
                  <a:pt x="961497" y="552449"/>
                </a:moveTo>
                <a:lnTo>
                  <a:pt x="859062" y="552449"/>
                </a:lnTo>
                <a:lnTo>
                  <a:pt x="865138" y="515619"/>
                </a:lnTo>
                <a:lnTo>
                  <a:pt x="859970" y="482599"/>
                </a:lnTo>
                <a:lnTo>
                  <a:pt x="816043" y="431799"/>
                </a:lnTo>
                <a:lnTo>
                  <a:pt x="774992" y="417829"/>
                </a:lnTo>
                <a:lnTo>
                  <a:pt x="961497" y="417829"/>
                </a:lnTo>
                <a:lnTo>
                  <a:pt x="961497" y="552449"/>
                </a:lnTo>
                <a:close/>
              </a:path>
              <a:path w="962025" h="977900">
                <a:moveTo>
                  <a:pt x="821100" y="590549"/>
                </a:moveTo>
                <a:lnTo>
                  <a:pt x="714947" y="590549"/>
                </a:lnTo>
                <a:lnTo>
                  <a:pt x="722560" y="586739"/>
                </a:lnTo>
                <a:lnTo>
                  <a:pt x="725422" y="582929"/>
                </a:lnTo>
                <a:lnTo>
                  <a:pt x="727338" y="579119"/>
                </a:lnTo>
                <a:lnTo>
                  <a:pt x="728922" y="575309"/>
                </a:lnTo>
                <a:lnTo>
                  <a:pt x="729219" y="571499"/>
                </a:lnTo>
                <a:lnTo>
                  <a:pt x="727237" y="562609"/>
                </a:lnTo>
                <a:lnTo>
                  <a:pt x="725135" y="558799"/>
                </a:lnTo>
                <a:lnTo>
                  <a:pt x="721921" y="556259"/>
                </a:lnTo>
                <a:lnTo>
                  <a:pt x="716853" y="551179"/>
                </a:lnTo>
                <a:lnTo>
                  <a:pt x="713009" y="544829"/>
                </a:lnTo>
                <a:lnTo>
                  <a:pt x="707767" y="529589"/>
                </a:lnTo>
                <a:lnTo>
                  <a:pt x="706553" y="521969"/>
                </a:lnTo>
                <a:lnTo>
                  <a:pt x="706938" y="506729"/>
                </a:lnTo>
                <a:lnTo>
                  <a:pt x="729301" y="468629"/>
                </a:lnTo>
                <a:lnTo>
                  <a:pt x="771820" y="454659"/>
                </a:lnTo>
                <a:lnTo>
                  <a:pt x="779258" y="455929"/>
                </a:lnTo>
                <a:lnTo>
                  <a:pt x="812278" y="474979"/>
                </a:lnTo>
                <a:lnTo>
                  <a:pt x="817448" y="481329"/>
                </a:lnTo>
                <a:lnTo>
                  <a:pt x="828675" y="515619"/>
                </a:lnTo>
                <a:lnTo>
                  <a:pt x="828593" y="519429"/>
                </a:lnTo>
                <a:lnTo>
                  <a:pt x="818367" y="549909"/>
                </a:lnTo>
                <a:lnTo>
                  <a:pt x="815990" y="553719"/>
                </a:lnTo>
                <a:lnTo>
                  <a:pt x="813280" y="556259"/>
                </a:lnTo>
                <a:lnTo>
                  <a:pt x="809819" y="558799"/>
                </a:lnTo>
                <a:lnTo>
                  <a:pt x="807573" y="562609"/>
                </a:lnTo>
                <a:lnTo>
                  <a:pt x="805515" y="571499"/>
                </a:lnTo>
                <a:lnTo>
                  <a:pt x="805923" y="575309"/>
                </a:lnTo>
                <a:lnTo>
                  <a:pt x="807769" y="579119"/>
                </a:lnTo>
                <a:lnTo>
                  <a:pt x="809927" y="582929"/>
                </a:lnTo>
                <a:lnTo>
                  <a:pt x="813024" y="586739"/>
                </a:lnTo>
                <a:lnTo>
                  <a:pt x="821100" y="590549"/>
                </a:lnTo>
                <a:close/>
              </a:path>
              <a:path w="962025" h="977900">
                <a:moveTo>
                  <a:pt x="575046" y="692149"/>
                </a:moveTo>
                <a:lnTo>
                  <a:pt x="575046" y="590549"/>
                </a:lnTo>
                <a:lnTo>
                  <a:pt x="854506" y="590549"/>
                </a:lnTo>
                <a:lnTo>
                  <a:pt x="960969" y="589279"/>
                </a:lnTo>
                <a:lnTo>
                  <a:pt x="960969" y="590549"/>
                </a:lnTo>
                <a:lnTo>
                  <a:pt x="961253" y="593089"/>
                </a:lnTo>
                <a:lnTo>
                  <a:pt x="961321" y="594359"/>
                </a:lnTo>
                <a:lnTo>
                  <a:pt x="961389" y="687069"/>
                </a:lnTo>
                <a:lnTo>
                  <a:pt x="607809" y="687069"/>
                </a:lnTo>
                <a:lnTo>
                  <a:pt x="575046" y="692149"/>
                </a:lnTo>
                <a:close/>
              </a:path>
              <a:path w="962025" h="977900">
                <a:moveTo>
                  <a:pt x="537960" y="977899"/>
                </a:moveTo>
                <a:lnTo>
                  <a:pt x="179400" y="977899"/>
                </a:lnTo>
                <a:lnTo>
                  <a:pt x="165821" y="976629"/>
                </a:lnTo>
                <a:lnTo>
                  <a:pt x="157507" y="972819"/>
                </a:lnTo>
                <a:lnTo>
                  <a:pt x="153338" y="965199"/>
                </a:lnTo>
                <a:lnTo>
                  <a:pt x="152197" y="951229"/>
                </a:lnTo>
                <a:lnTo>
                  <a:pt x="152197" y="590549"/>
                </a:lnTo>
                <a:lnTo>
                  <a:pt x="253955" y="590549"/>
                </a:lnTo>
                <a:lnTo>
                  <a:pt x="249334" y="628649"/>
                </a:lnTo>
                <a:lnTo>
                  <a:pt x="253598" y="660399"/>
                </a:lnTo>
                <a:lnTo>
                  <a:pt x="289323" y="707389"/>
                </a:lnTo>
                <a:lnTo>
                  <a:pt x="336780" y="725169"/>
                </a:lnTo>
                <a:lnTo>
                  <a:pt x="537727" y="725169"/>
                </a:lnTo>
                <a:lnTo>
                  <a:pt x="538320" y="732789"/>
                </a:lnTo>
                <a:lnTo>
                  <a:pt x="541692" y="737869"/>
                </a:lnTo>
                <a:lnTo>
                  <a:pt x="547842" y="742949"/>
                </a:lnTo>
                <a:lnTo>
                  <a:pt x="555246" y="745489"/>
                </a:lnTo>
                <a:lnTo>
                  <a:pt x="658361" y="745489"/>
                </a:lnTo>
                <a:lnTo>
                  <a:pt x="660176" y="748029"/>
                </a:lnTo>
                <a:lnTo>
                  <a:pt x="672184" y="784859"/>
                </a:lnTo>
                <a:lnTo>
                  <a:pt x="671480" y="793749"/>
                </a:lnTo>
                <a:lnTo>
                  <a:pt x="658398" y="822959"/>
                </a:lnTo>
                <a:lnTo>
                  <a:pt x="552217" y="822959"/>
                </a:lnTo>
                <a:lnTo>
                  <a:pt x="548086" y="824229"/>
                </a:lnTo>
                <a:lnTo>
                  <a:pt x="544260" y="826769"/>
                </a:lnTo>
                <a:lnTo>
                  <a:pt x="541424" y="830579"/>
                </a:lnTo>
                <a:lnTo>
                  <a:pt x="537730" y="838199"/>
                </a:lnTo>
                <a:lnTo>
                  <a:pt x="537200" y="843279"/>
                </a:lnTo>
                <a:lnTo>
                  <a:pt x="537985" y="847089"/>
                </a:lnTo>
                <a:lnTo>
                  <a:pt x="538105" y="976629"/>
                </a:lnTo>
                <a:lnTo>
                  <a:pt x="537960" y="977899"/>
                </a:lnTo>
                <a:close/>
              </a:path>
              <a:path w="962025" h="977900">
                <a:moveTo>
                  <a:pt x="537727" y="725169"/>
                </a:moveTo>
                <a:lnTo>
                  <a:pt x="351403" y="725169"/>
                </a:lnTo>
                <a:lnTo>
                  <a:pt x="372879" y="721359"/>
                </a:lnTo>
                <a:lnTo>
                  <a:pt x="379804" y="718819"/>
                </a:lnTo>
                <a:lnTo>
                  <a:pt x="386493" y="715009"/>
                </a:lnTo>
                <a:lnTo>
                  <a:pt x="392947" y="712469"/>
                </a:lnTo>
                <a:lnTo>
                  <a:pt x="399166" y="708659"/>
                </a:lnTo>
                <a:lnTo>
                  <a:pt x="422171" y="687069"/>
                </a:lnTo>
                <a:lnTo>
                  <a:pt x="435835" y="661669"/>
                </a:lnTo>
                <a:lnTo>
                  <a:pt x="440392" y="629919"/>
                </a:lnTo>
                <a:lnTo>
                  <a:pt x="436077" y="590549"/>
                </a:lnTo>
                <a:lnTo>
                  <a:pt x="537443" y="590549"/>
                </a:lnTo>
                <a:lnTo>
                  <a:pt x="537717" y="593089"/>
                </a:lnTo>
                <a:lnTo>
                  <a:pt x="537875" y="594359"/>
                </a:lnTo>
                <a:lnTo>
                  <a:pt x="537903" y="598169"/>
                </a:lnTo>
                <a:lnTo>
                  <a:pt x="537741" y="628649"/>
                </a:lnTo>
                <a:lnTo>
                  <a:pt x="537727" y="725169"/>
                </a:lnTo>
                <a:close/>
              </a:path>
              <a:path w="962025" h="977900">
                <a:moveTo>
                  <a:pt x="961389" y="881379"/>
                </a:moveTo>
                <a:lnTo>
                  <a:pt x="612857" y="881379"/>
                </a:lnTo>
                <a:lnTo>
                  <a:pt x="645598" y="876299"/>
                </a:lnTo>
                <a:lnTo>
                  <a:pt x="673461" y="859789"/>
                </a:lnTo>
                <a:lnTo>
                  <a:pt x="699808" y="825499"/>
                </a:lnTo>
                <a:lnTo>
                  <a:pt x="709414" y="784859"/>
                </a:lnTo>
                <a:lnTo>
                  <a:pt x="709463" y="783589"/>
                </a:lnTo>
                <a:lnTo>
                  <a:pt x="709152" y="775969"/>
                </a:lnTo>
                <a:lnTo>
                  <a:pt x="695970" y="735329"/>
                </a:lnTo>
                <a:lnTo>
                  <a:pt x="664172" y="702309"/>
                </a:lnTo>
                <a:lnTo>
                  <a:pt x="607809" y="687069"/>
                </a:lnTo>
                <a:lnTo>
                  <a:pt x="961389" y="687069"/>
                </a:lnTo>
                <a:lnTo>
                  <a:pt x="961389" y="881379"/>
                </a:lnTo>
                <a:close/>
              </a:path>
              <a:path w="962025" h="977900">
                <a:moveTo>
                  <a:pt x="658361" y="745489"/>
                </a:moveTo>
                <a:lnTo>
                  <a:pt x="555246" y="745489"/>
                </a:lnTo>
                <a:lnTo>
                  <a:pt x="562026" y="744219"/>
                </a:lnTo>
                <a:lnTo>
                  <a:pt x="567547" y="741679"/>
                </a:lnTo>
                <a:lnTo>
                  <a:pt x="571173" y="737869"/>
                </a:lnTo>
                <a:lnTo>
                  <a:pt x="574462" y="735329"/>
                </a:lnTo>
                <a:lnTo>
                  <a:pt x="578024" y="732789"/>
                </a:lnTo>
                <a:lnTo>
                  <a:pt x="585691" y="728979"/>
                </a:lnTo>
                <a:lnTo>
                  <a:pt x="589708" y="726439"/>
                </a:lnTo>
                <a:lnTo>
                  <a:pt x="598108" y="723899"/>
                </a:lnTo>
                <a:lnTo>
                  <a:pt x="602393" y="723899"/>
                </a:lnTo>
                <a:lnTo>
                  <a:pt x="611137" y="722629"/>
                </a:lnTo>
                <a:lnTo>
                  <a:pt x="615493" y="722629"/>
                </a:lnTo>
                <a:lnTo>
                  <a:pt x="624174" y="723899"/>
                </a:lnTo>
                <a:lnTo>
                  <a:pt x="628398" y="725169"/>
                </a:lnTo>
                <a:lnTo>
                  <a:pt x="636615" y="728979"/>
                </a:lnTo>
                <a:lnTo>
                  <a:pt x="640511" y="730249"/>
                </a:lnTo>
                <a:lnTo>
                  <a:pt x="647882" y="735329"/>
                </a:lnTo>
                <a:lnTo>
                  <a:pt x="651270" y="737869"/>
                </a:lnTo>
                <a:lnTo>
                  <a:pt x="657453" y="744219"/>
                </a:lnTo>
                <a:lnTo>
                  <a:pt x="658361" y="745489"/>
                </a:lnTo>
                <a:close/>
              </a:path>
              <a:path w="962025" h="977900">
                <a:moveTo>
                  <a:pt x="613624" y="845819"/>
                </a:moveTo>
                <a:lnTo>
                  <a:pt x="607944" y="845819"/>
                </a:lnTo>
                <a:lnTo>
                  <a:pt x="596585" y="844549"/>
                </a:lnTo>
                <a:lnTo>
                  <a:pt x="569046" y="826769"/>
                </a:lnTo>
                <a:lnTo>
                  <a:pt x="565388" y="824229"/>
                </a:lnTo>
                <a:lnTo>
                  <a:pt x="556503" y="822959"/>
                </a:lnTo>
                <a:lnTo>
                  <a:pt x="658398" y="822959"/>
                </a:lnTo>
                <a:lnTo>
                  <a:pt x="635599" y="839469"/>
                </a:lnTo>
                <a:lnTo>
                  <a:pt x="630419" y="842009"/>
                </a:lnTo>
                <a:lnTo>
                  <a:pt x="624988" y="844549"/>
                </a:lnTo>
                <a:lnTo>
                  <a:pt x="613624" y="845819"/>
                </a:lnTo>
                <a:close/>
              </a:path>
              <a:path w="962025" h="977900">
                <a:moveTo>
                  <a:pt x="934767" y="977899"/>
                </a:moveTo>
                <a:lnTo>
                  <a:pt x="575330" y="977899"/>
                </a:lnTo>
                <a:lnTo>
                  <a:pt x="575330" y="876299"/>
                </a:lnTo>
                <a:lnTo>
                  <a:pt x="612857" y="881379"/>
                </a:lnTo>
                <a:lnTo>
                  <a:pt x="961389" y="881379"/>
                </a:lnTo>
                <a:lnTo>
                  <a:pt x="961389" y="951229"/>
                </a:lnTo>
                <a:lnTo>
                  <a:pt x="960167" y="963929"/>
                </a:lnTo>
                <a:lnTo>
                  <a:pt x="955913" y="972819"/>
                </a:lnTo>
                <a:lnTo>
                  <a:pt x="947741" y="976629"/>
                </a:lnTo>
                <a:lnTo>
                  <a:pt x="934767" y="977899"/>
                </a:lnTo>
                <a:close/>
              </a:path>
            </a:pathLst>
          </a:custGeom>
          <a:solidFill>
            <a:srgbClr val="000000"/>
          </a:solidFill>
        </p:spPr>
        <p:txBody>
          <a:bodyPr wrap="square" lIns="0" tIns="0" rIns="0" bIns="0" rtlCol="0"/>
          <a:lstStyle/>
          <a:p>
            <a:endParaRPr/>
          </a:p>
        </p:txBody>
      </p:sp>
      <p:pic>
        <p:nvPicPr>
          <p:cNvPr id="65" name="bg object 65"/>
          <p:cNvPicPr/>
          <p:nvPr/>
        </p:nvPicPr>
        <p:blipFill>
          <a:blip r:embed="rId27" cstate="print"/>
          <a:stretch>
            <a:fillRect/>
          </a:stretch>
        </p:blipFill>
        <p:spPr>
          <a:xfrm>
            <a:off x="3530063" y="2948398"/>
            <a:ext cx="1075638" cy="1055369"/>
          </a:xfrm>
          <a:prstGeom prst="rect">
            <a:avLst/>
          </a:prstGeom>
        </p:spPr>
      </p:pic>
      <p:sp>
        <p:nvSpPr>
          <p:cNvPr id="66" name="bg object 66"/>
          <p:cNvSpPr/>
          <p:nvPr/>
        </p:nvSpPr>
        <p:spPr>
          <a:xfrm>
            <a:off x="8647982" y="3142818"/>
            <a:ext cx="414655" cy="622935"/>
          </a:xfrm>
          <a:custGeom>
            <a:avLst/>
            <a:gdLst/>
            <a:ahLst/>
            <a:cxnLst/>
            <a:rect l="l" t="t" r="r" b="b"/>
            <a:pathLst>
              <a:path w="414654" h="622935">
                <a:moveTo>
                  <a:pt x="54003" y="622531"/>
                </a:moveTo>
                <a:lnTo>
                  <a:pt x="16945" y="610539"/>
                </a:lnTo>
                <a:lnTo>
                  <a:pt x="1199" y="575594"/>
                </a:lnTo>
                <a:lnTo>
                  <a:pt x="394" y="525700"/>
                </a:lnTo>
                <a:lnTo>
                  <a:pt x="0" y="475793"/>
                </a:lnTo>
                <a:lnTo>
                  <a:pt x="0" y="425881"/>
                </a:lnTo>
                <a:lnTo>
                  <a:pt x="374" y="375974"/>
                </a:lnTo>
                <a:lnTo>
                  <a:pt x="1105" y="326080"/>
                </a:lnTo>
                <a:lnTo>
                  <a:pt x="33587" y="282732"/>
                </a:lnTo>
                <a:lnTo>
                  <a:pt x="82725" y="278497"/>
                </a:lnTo>
                <a:lnTo>
                  <a:pt x="110879" y="278298"/>
                </a:lnTo>
                <a:lnTo>
                  <a:pt x="139032" y="278451"/>
                </a:lnTo>
                <a:lnTo>
                  <a:pt x="167172" y="278983"/>
                </a:lnTo>
                <a:lnTo>
                  <a:pt x="178818" y="278475"/>
                </a:lnTo>
                <a:lnTo>
                  <a:pt x="187014" y="275281"/>
                </a:lnTo>
                <a:lnTo>
                  <a:pt x="192120" y="267944"/>
                </a:lnTo>
                <a:lnTo>
                  <a:pt x="194495" y="255007"/>
                </a:lnTo>
                <a:lnTo>
                  <a:pt x="198282" y="215804"/>
                </a:lnTo>
                <a:lnTo>
                  <a:pt x="204234" y="176883"/>
                </a:lnTo>
                <a:lnTo>
                  <a:pt x="212453" y="138333"/>
                </a:lnTo>
                <a:lnTo>
                  <a:pt x="223044" y="100248"/>
                </a:lnTo>
                <a:lnTo>
                  <a:pt x="243467" y="58623"/>
                </a:lnTo>
                <a:lnTo>
                  <a:pt x="274500" y="26937"/>
                </a:lnTo>
                <a:lnTo>
                  <a:pt x="313901" y="6844"/>
                </a:lnTo>
                <a:lnTo>
                  <a:pt x="359428" y="0"/>
                </a:lnTo>
                <a:lnTo>
                  <a:pt x="388006" y="4818"/>
                </a:lnTo>
                <a:lnTo>
                  <a:pt x="406582" y="18459"/>
                </a:lnTo>
                <a:lnTo>
                  <a:pt x="414603" y="40388"/>
                </a:lnTo>
                <a:lnTo>
                  <a:pt x="411513" y="70072"/>
                </a:lnTo>
                <a:lnTo>
                  <a:pt x="384267" y="170907"/>
                </a:lnTo>
                <a:lnTo>
                  <a:pt x="356482" y="271582"/>
                </a:lnTo>
                <a:lnTo>
                  <a:pt x="337477" y="333920"/>
                </a:lnTo>
                <a:lnTo>
                  <a:pt x="316225" y="365925"/>
                </a:lnTo>
                <a:lnTo>
                  <a:pt x="279341" y="377710"/>
                </a:lnTo>
                <a:lnTo>
                  <a:pt x="213443" y="379391"/>
                </a:lnTo>
                <a:lnTo>
                  <a:pt x="173836" y="379868"/>
                </a:lnTo>
                <a:lnTo>
                  <a:pt x="154057" y="379807"/>
                </a:lnTo>
                <a:lnTo>
                  <a:pt x="134330" y="378964"/>
                </a:lnTo>
                <a:lnTo>
                  <a:pt x="119501" y="379273"/>
                </a:lnTo>
                <a:lnTo>
                  <a:pt x="109428" y="383463"/>
                </a:lnTo>
                <a:lnTo>
                  <a:pt x="104095" y="392741"/>
                </a:lnTo>
                <a:lnTo>
                  <a:pt x="103487" y="408313"/>
                </a:lnTo>
                <a:lnTo>
                  <a:pt x="104591" y="427991"/>
                </a:lnTo>
                <a:lnTo>
                  <a:pt x="104666" y="447765"/>
                </a:lnTo>
                <a:lnTo>
                  <a:pt x="103820" y="487387"/>
                </a:lnTo>
                <a:lnTo>
                  <a:pt x="104074" y="551309"/>
                </a:lnTo>
                <a:lnTo>
                  <a:pt x="103567" y="572594"/>
                </a:lnTo>
                <a:lnTo>
                  <a:pt x="99447" y="593406"/>
                </a:lnTo>
                <a:lnTo>
                  <a:pt x="89351" y="608953"/>
                </a:lnTo>
                <a:lnTo>
                  <a:pt x="73972" y="618805"/>
                </a:lnTo>
                <a:lnTo>
                  <a:pt x="54003" y="622531"/>
                </a:lnTo>
                <a:close/>
              </a:path>
            </a:pathLst>
          </a:custGeom>
          <a:solidFill>
            <a:srgbClr val="000000"/>
          </a:solidFill>
        </p:spPr>
        <p:txBody>
          <a:bodyPr wrap="square" lIns="0" tIns="0" rIns="0" bIns="0" rtlCol="0"/>
          <a:lstStyle/>
          <a:p>
            <a:endParaRPr/>
          </a:p>
        </p:txBody>
      </p:sp>
      <p:sp>
        <p:nvSpPr>
          <p:cNvPr id="67" name="bg object 67"/>
          <p:cNvSpPr/>
          <p:nvPr/>
        </p:nvSpPr>
        <p:spPr>
          <a:xfrm>
            <a:off x="7925866" y="3087737"/>
            <a:ext cx="1224280" cy="677545"/>
          </a:xfrm>
          <a:custGeom>
            <a:avLst/>
            <a:gdLst/>
            <a:ahLst/>
            <a:cxnLst/>
            <a:rect l="l" t="t" r="r" b="b"/>
            <a:pathLst>
              <a:path w="1224279" h="677545">
                <a:moveTo>
                  <a:pt x="354063" y="504393"/>
                </a:moveTo>
                <a:lnTo>
                  <a:pt x="323215" y="479107"/>
                </a:lnTo>
                <a:lnTo>
                  <a:pt x="237959" y="479094"/>
                </a:lnTo>
                <a:lnTo>
                  <a:pt x="194144" y="473240"/>
                </a:lnTo>
                <a:lnTo>
                  <a:pt x="159689" y="455866"/>
                </a:lnTo>
                <a:lnTo>
                  <a:pt x="134251" y="426796"/>
                </a:lnTo>
                <a:lnTo>
                  <a:pt x="117462" y="385787"/>
                </a:lnTo>
                <a:lnTo>
                  <a:pt x="52793" y="145973"/>
                </a:lnTo>
                <a:lnTo>
                  <a:pt x="48348" y="132740"/>
                </a:lnTo>
                <a:lnTo>
                  <a:pt x="41770" y="122389"/>
                </a:lnTo>
                <a:lnTo>
                  <a:pt x="32067" y="116687"/>
                </a:lnTo>
                <a:lnTo>
                  <a:pt x="18237" y="117411"/>
                </a:lnTo>
                <a:lnTo>
                  <a:pt x="5981" y="124180"/>
                </a:lnTo>
                <a:lnTo>
                  <a:pt x="520" y="134518"/>
                </a:lnTo>
                <a:lnTo>
                  <a:pt x="0" y="147040"/>
                </a:lnTo>
                <a:lnTo>
                  <a:pt x="2552" y="160350"/>
                </a:lnTo>
                <a:lnTo>
                  <a:pt x="41541" y="309867"/>
                </a:lnTo>
                <a:lnTo>
                  <a:pt x="54991" y="359575"/>
                </a:lnTo>
                <a:lnTo>
                  <a:pt x="69049" y="409105"/>
                </a:lnTo>
                <a:lnTo>
                  <a:pt x="87668" y="452716"/>
                </a:lnTo>
                <a:lnTo>
                  <a:pt x="115366" y="487083"/>
                </a:lnTo>
                <a:lnTo>
                  <a:pt x="152222" y="511911"/>
                </a:lnTo>
                <a:lnTo>
                  <a:pt x="198247" y="526910"/>
                </a:lnTo>
                <a:lnTo>
                  <a:pt x="251307" y="530085"/>
                </a:lnTo>
                <a:lnTo>
                  <a:pt x="267373" y="530682"/>
                </a:lnTo>
                <a:lnTo>
                  <a:pt x="322719" y="530733"/>
                </a:lnTo>
                <a:lnTo>
                  <a:pt x="335165" y="529069"/>
                </a:lnTo>
                <a:lnTo>
                  <a:pt x="344881" y="523951"/>
                </a:lnTo>
                <a:lnTo>
                  <a:pt x="351358" y="515632"/>
                </a:lnTo>
                <a:lnTo>
                  <a:pt x="354063" y="504393"/>
                </a:lnTo>
                <a:close/>
              </a:path>
              <a:path w="1224279" h="677545">
                <a:moveTo>
                  <a:pt x="501599" y="592709"/>
                </a:moveTo>
                <a:lnTo>
                  <a:pt x="501446" y="505929"/>
                </a:lnTo>
                <a:lnTo>
                  <a:pt x="501459" y="402386"/>
                </a:lnTo>
                <a:lnTo>
                  <a:pt x="497890" y="370078"/>
                </a:lnTo>
                <a:lnTo>
                  <a:pt x="486194" y="348945"/>
                </a:lnTo>
                <a:lnTo>
                  <a:pt x="464743" y="337388"/>
                </a:lnTo>
                <a:lnTo>
                  <a:pt x="431876" y="333794"/>
                </a:lnTo>
                <a:lnTo>
                  <a:pt x="383120" y="333260"/>
                </a:lnTo>
                <a:lnTo>
                  <a:pt x="358762" y="333362"/>
                </a:lnTo>
                <a:lnTo>
                  <a:pt x="334467" y="334264"/>
                </a:lnTo>
                <a:lnTo>
                  <a:pt x="320916" y="333349"/>
                </a:lnTo>
                <a:lnTo>
                  <a:pt x="312483" y="328536"/>
                </a:lnTo>
                <a:lnTo>
                  <a:pt x="308025" y="319709"/>
                </a:lnTo>
                <a:lnTo>
                  <a:pt x="306349" y="306717"/>
                </a:lnTo>
                <a:lnTo>
                  <a:pt x="303326" y="269608"/>
                </a:lnTo>
                <a:lnTo>
                  <a:pt x="297776" y="232867"/>
                </a:lnTo>
                <a:lnTo>
                  <a:pt x="280835" y="160477"/>
                </a:lnTo>
                <a:lnTo>
                  <a:pt x="260235" y="115989"/>
                </a:lnTo>
                <a:lnTo>
                  <a:pt x="227838" y="82461"/>
                </a:lnTo>
                <a:lnTo>
                  <a:pt x="186385" y="61607"/>
                </a:lnTo>
                <a:lnTo>
                  <a:pt x="138557" y="55105"/>
                </a:lnTo>
                <a:lnTo>
                  <a:pt x="112509" y="60159"/>
                </a:lnTo>
                <a:lnTo>
                  <a:pt x="94894" y="73228"/>
                </a:lnTo>
                <a:lnTo>
                  <a:pt x="86677" y="93319"/>
                </a:lnTo>
                <a:lnTo>
                  <a:pt x="88823" y="119481"/>
                </a:lnTo>
                <a:lnTo>
                  <a:pt x="116459" y="222478"/>
                </a:lnTo>
                <a:lnTo>
                  <a:pt x="158838" y="376707"/>
                </a:lnTo>
                <a:lnTo>
                  <a:pt x="184848" y="420458"/>
                </a:lnTo>
                <a:lnTo>
                  <a:pt x="233083" y="434340"/>
                </a:lnTo>
                <a:lnTo>
                  <a:pt x="301612" y="435051"/>
                </a:lnTo>
                <a:lnTo>
                  <a:pt x="335864" y="434873"/>
                </a:lnTo>
                <a:lnTo>
                  <a:pt x="370065" y="433832"/>
                </a:lnTo>
                <a:lnTo>
                  <a:pt x="384644" y="434822"/>
                </a:lnTo>
                <a:lnTo>
                  <a:pt x="393230" y="439737"/>
                </a:lnTo>
                <a:lnTo>
                  <a:pt x="397205" y="448983"/>
                </a:lnTo>
                <a:lnTo>
                  <a:pt x="397878" y="462965"/>
                </a:lnTo>
                <a:lnTo>
                  <a:pt x="397078" y="502513"/>
                </a:lnTo>
                <a:lnTo>
                  <a:pt x="396925" y="542099"/>
                </a:lnTo>
                <a:lnTo>
                  <a:pt x="397459" y="621284"/>
                </a:lnTo>
                <a:lnTo>
                  <a:pt x="410857" y="662305"/>
                </a:lnTo>
                <a:lnTo>
                  <a:pt x="447268" y="677545"/>
                </a:lnTo>
                <a:lnTo>
                  <a:pt x="469214" y="674065"/>
                </a:lnTo>
                <a:lnTo>
                  <a:pt x="486143" y="663079"/>
                </a:lnTo>
                <a:lnTo>
                  <a:pt x="497154" y="645337"/>
                </a:lnTo>
                <a:lnTo>
                  <a:pt x="501307" y="621626"/>
                </a:lnTo>
                <a:lnTo>
                  <a:pt x="501599" y="592709"/>
                </a:lnTo>
                <a:close/>
              </a:path>
              <a:path w="1224279" h="677545">
                <a:moveTo>
                  <a:pt x="806513" y="103835"/>
                </a:moveTo>
                <a:lnTo>
                  <a:pt x="798207" y="57619"/>
                </a:lnTo>
                <a:lnTo>
                  <a:pt x="747712" y="7696"/>
                </a:lnTo>
                <a:lnTo>
                  <a:pt x="709574" y="254"/>
                </a:lnTo>
                <a:lnTo>
                  <a:pt x="686003" y="76"/>
                </a:lnTo>
                <a:lnTo>
                  <a:pt x="615315" y="190"/>
                </a:lnTo>
                <a:lnTo>
                  <a:pt x="540029" y="0"/>
                </a:lnTo>
                <a:lnTo>
                  <a:pt x="486892" y="4648"/>
                </a:lnTo>
                <a:lnTo>
                  <a:pt x="444119" y="33807"/>
                </a:lnTo>
                <a:lnTo>
                  <a:pt x="422592" y="80289"/>
                </a:lnTo>
                <a:lnTo>
                  <a:pt x="421005" y="103581"/>
                </a:lnTo>
                <a:lnTo>
                  <a:pt x="421754" y="127177"/>
                </a:lnTo>
                <a:lnTo>
                  <a:pt x="421957" y="150685"/>
                </a:lnTo>
                <a:lnTo>
                  <a:pt x="421690" y="156489"/>
                </a:lnTo>
                <a:lnTo>
                  <a:pt x="424446" y="160134"/>
                </a:lnTo>
                <a:lnTo>
                  <a:pt x="430733" y="160083"/>
                </a:lnTo>
                <a:lnTo>
                  <a:pt x="458584" y="161239"/>
                </a:lnTo>
                <a:lnTo>
                  <a:pt x="472160" y="160870"/>
                </a:lnTo>
                <a:lnTo>
                  <a:pt x="484822" y="158064"/>
                </a:lnTo>
                <a:lnTo>
                  <a:pt x="490220" y="152336"/>
                </a:lnTo>
                <a:lnTo>
                  <a:pt x="490943" y="142989"/>
                </a:lnTo>
                <a:lnTo>
                  <a:pt x="489839" y="132092"/>
                </a:lnTo>
                <a:lnTo>
                  <a:pt x="489788" y="121729"/>
                </a:lnTo>
                <a:lnTo>
                  <a:pt x="489927" y="120726"/>
                </a:lnTo>
                <a:lnTo>
                  <a:pt x="489356" y="111658"/>
                </a:lnTo>
                <a:lnTo>
                  <a:pt x="492709" y="105994"/>
                </a:lnTo>
                <a:lnTo>
                  <a:pt x="507022" y="105168"/>
                </a:lnTo>
                <a:lnTo>
                  <a:pt x="508279" y="112420"/>
                </a:lnTo>
                <a:lnTo>
                  <a:pt x="509879" y="128790"/>
                </a:lnTo>
                <a:lnTo>
                  <a:pt x="509079" y="133705"/>
                </a:lnTo>
                <a:lnTo>
                  <a:pt x="508685" y="146888"/>
                </a:lnTo>
                <a:lnTo>
                  <a:pt x="512737" y="155359"/>
                </a:lnTo>
                <a:lnTo>
                  <a:pt x="521500" y="159766"/>
                </a:lnTo>
                <a:lnTo>
                  <a:pt x="535203" y="160756"/>
                </a:lnTo>
                <a:lnTo>
                  <a:pt x="574713" y="159842"/>
                </a:lnTo>
                <a:lnTo>
                  <a:pt x="614235" y="159537"/>
                </a:lnTo>
                <a:lnTo>
                  <a:pt x="653757" y="159842"/>
                </a:lnTo>
                <a:lnTo>
                  <a:pt x="693280" y="160756"/>
                </a:lnTo>
                <a:lnTo>
                  <a:pt x="707390" y="160096"/>
                </a:lnTo>
                <a:lnTo>
                  <a:pt x="716940" y="156197"/>
                </a:lnTo>
                <a:lnTo>
                  <a:pt x="721804" y="147675"/>
                </a:lnTo>
                <a:lnTo>
                  <a:pt x="721842" y="133172"/>
                </a:lnTo>
                <a:lnTo>
                  <a:pt x="720534" y="125031"/>
                </a:lnTo>
                <a:lnTo>
                  <a:pt x="720064" y="116192"/>
                </a:lnTo>
                <a:lnTo>
                  <a:pt x="722871" y="109220"/>
                </a:lnTo>
                <a:lnTo>
                  <a:pt x="731354" y="106654"/>
                </a:lnTo>
                <a:lnTo>
                  <a:pt x="738987" y="109880"/>
                </a:lnTo>
                <a:lnTo>
                  <a:pt x="741527" y="117170"/>
                </a:lnTo>
                <a:lnTo>
                  <a:pt x="741133" y="126161"/>
                </a:lnTo>
                <a:lnTo>
                  <a:pt x="739965" y="134531"/>
                </a:lnTo>
                <a:lnTo>
                  <a:pt x="740295" y="148145"/>
                </a:lnTo>
                <a:lnTo>
                  <a:pt x="745020" y="156248"/>
                </a:lnTo>
                <a:lnTo>
                  <a:pt x="754037" y="160020"/>
                </a:lnTo>
                <a:lnTo>
                  <a:pt x="767245" y="160680"/>
                </a:lnTo>
                <a:lnTo>
                  <a:pt x="789838" y="159512"/>
                </a:lnTo>
                <a:lnTo>
                  <a:pt x="801446" y="155105"/>
                </a:lnTo>
                <a:lnTo>
                  <a:pt x="805738" y="143332"/>
                </a:lnTo>
                <a:lnTo>
                  <a:pt x="806348" y="120053"/>
                </a:lnTo>
                <a:lnTo>
                  <a:pt x="806513" y="103835"/>
                </a:lnTo>
                <a:close/>
              </a:path>
              <a:path w="1224279" h="677545">
                <a:moveTo>
                  <a:pt x="886231" y="212166"/>
                </a:moveTo>
                <a:lnTo>
                  <a:pt x="885532" y="202196"/>
                </a:lnTo>
                <a:lnTo>
                  <a:pt x="879335" y="195021"/>
                </a:lnTo>
                <a:lnTo>
                  <a:pt x="863866" y="192379"/>
                </a:lnTo>
                <a:lnTo>
                  <a:pt x="764590" y="193078"/>
                </a:lnTo>
                <a:lnTo>
                  <a:pt x="566026" y="193433"/>
                </a:lnTo>
                <a:lnTo>
                  <a:pt x="367461" y="192430"/>
                </a:lnTo>
                <a:lnTo>
                  <a:pt x="350304" y="195668"/>
                </a:lnTo>
                <a:lnTo>
                  <a:pt x="344093" y="204241"/>
                </a:lnTo>
                <a:lnTo>
                  <a:pt x="343662" y="215849"/>
                </a:lnTo>
                <a:lnTo>
                  <a:pt x="343852" y="228193"/>
                </a:lnTo>
                <a:lnTo>
                  <a:pt x="343204" y="240220"/>
                </a:lnTo>
                <a:lnTo>
                  <a:pt x="345503" y="249466"/>
                </a:lnTo>
                <a:lnTo>
                  <a:pt x="352882" y="255320"/>
                </a:lnTo>
                <a:lnTo>
                  <a:pt x="367487" y="257124"/>
                </a:lnTo>
                <a:lnTo>
                  <a:pt x="417423" y="256349"/>
                </a:lnTo>
                <a:lnTo>
                  <a:pt x="467360" y="256082"/>
                </a:lnTo>
                <a:lnTo>
                  <a:pt x="617207" y="256438"/>
                </a:lnTo>
                <a:lnTo>
                  <a:pt x="765225" y="256032"/>
                </a:lnTo>
                <a:lnTo>
                  <a:pt x="814552" y="256273"/>
                </a:lnTo>
                <a:lnTo>
                  <a:pt x="863866" y="257060"/>
                </a:lnTo>
                <a:lnTo>
                  <a:pt x="880325" y="254101"/>
                </a:lnTo>
                <a:lnTo>
                  <a:pt x="886028" y="245795"/>
                </a:lnTo>
                <a:lnTo>
                  <a:pt x="885990" y="234670"/>
                </a:lnTo>
                <a:lnTo>
                  <a:pt x="885240" y="223202"/>
                </a:lnTo>
                <a:lnTo>
                  <a:pt x="886231" y="212166"/>
                </a:lnTo>
                <a:close/>
              </a:path>
              <a:path w="1224279" h="677545">
                <a:moveTo>
                  <a:pt x="1223797" y="146202"/>
                </a:moveTo>
                <a:lnTo>
                  <a:pt x="1223149" y="133972"/>
                </a:lnTo>
                <a:lnTo>
                  <a:pt x="1217637" y="124129"/>
                </a:lnTo>
                <a:lnTo>
                  <a:pt x="1205738" y="117576"/>
                </a:lnTo>
                <a:lnTo>
                  <a:pt x="1191882" y="116649"/>
                </a:lnTo>
                <a:lnTo>
                  <a:pt x="1182154" y="122275"/>
                </a:lnTo>
                <a:lnTo>
                  <a:pt x="1175550" y="132575"/>
                </a:lnTo>
                <a:lnTo>
                  <a:pt x="1171092" y="145732"/>
                </a:lnTo>
                <a:lnTo>
                  <a:pt x="1158125" y="194284"/>
                </a:lnTo>
                <a:lnTo>
                  <a:pt x="1105408" y="388264"/>
                </a:lnTo>
                <a:lnTo>
                  <a:pt x="1088618" y="428548"/>
                </a:lnTo>
                <a:lnTo>
                  <a:pt x="1029538" y="473468"/>
                </a:lnTo>
                <a:lnTo>
                  <a:pt x="986167" y="479069"/>
                </a:lnTo>
                <a:lnTo>
                  <a:pt x="900938" y="479094"/>
                </a:lnTo>
                <a:lnTo>
                  <a:pt x="888720" y="480263"/>
                </a:lnTo>
                <a:lnTo>
                  <a:pt x="878916" y="484378"/>
                </a:lnTo>
                <a:lnTo>
                  <a:pt x="872566" y="492201"/>
                </a:lnTo>
                <a:lnTo>
                  <a:pt x="870712" y="504494"/>
                </a:lnTo>
                <a:lnTo>
                  <a:pt x="873379" y="516216"/>
                </a:lnTo>
                <a:lnTo>
                  <a:pt x="879754" y="524421"/>
                </a:lnTo>
                <a:lnTo>
                  <a:pt x="889342" y="529209"/>
                </a:lnTo>
                <a:lnTo>
                  <a:pt x="901649" y="530707"/>
                </a:lnTo>
                <a:lnTo>
                  <a:pt x="953401" y="530682"/>
                </a:lnTo>
                <a:lnTo>
                  <a:pt x="986904" y="530682"/>
                </a:lnTo>
                <a:lnTo>
                  <a:pt x="1035189" y="525233"/>
                </a:lnTo>
                <a:lnTo>
                  <a:pt x="1077048" y="509308"/>
                </a:lnTo>
                <a:lnTo>
                  <a:pt x="1111732" y="483336"/>
                </a:lnTo>
                <a:lnTo>
                  <a:pt x="1138542" y="447738"/>
                </a:lnTo>
                <a:lnTo>
                  <a:pt x="1156741" y="402920"/>
                </a:lnTo>
                <a:lnTo>
                  <a:pt x="1169924" y="354380"/>
                </a:lnTo>
                <a:lnTo>
                  <a:pt x="1221117" y="159893"/>
                </a:lnTo>
                <a:lnTo>
                  <a:pt x="1223797" y="146202"/>
                </a:lnTo>
                <a:close/>
              </a:path>
            </a:pathLst>
          </a:custGeom>
          <a:solidFill>
            <a:srgbClr val="000000"/>
          </a:solidFill>
        </p:spPr>
        <p:txBody>
          <a:bodyPr wrap="square" lIns="0" tIns="0" rIns="0" bIns="0" rtlCol="0"/>
          <a:lstStyle/>
          <a:p>
            <a:endParaRPr/>
          </a:p>
        </p:txBody>
      </p:sp>
      <p:pic>
        <p:nvPicPr>
          <p:cNvPr id="68" name="bg object 68"/>
          <p:cNvPicPr/>
          <p:nvPr/>
        </p:nvPicPr>
        <p:blipFill>
          <a:blip r:embed="rId28" cstate="print"/>
          <a:stretch>
            <a:fillRect/>
          </a:stretch>
        </p:blipFill>
        <p:spPr>
          <a:xfrm>
            <a:off x="8890028" y="2947281"/>
            <a:ext cx="165240" cy="165427"/>
          </a:xfrm>
          <a:prstGeom prst="rect">
            <a:avLst/>
          </a:prstGeom>
        </p:spPr>
      </p:pic>
      <p:pic>
        <p:nvPicPr>
          <p:cNvPr id="69" name="bg object 69"/>
          <p:cNvPicPr/>
          <p:nvPr/>
        </p:nvPicPr>
        <p:blipFill>
          <a:blip r:embed="rId29" cstate="print"/>
          <a:stretch>
            <a:fillRect/>
          </a:stretch>
        </p:blipFill>
        <p:spPr>
          <a:xfrm>
            <a:off x="8018929" y="2946961"/>
            <a:ext cx="166187" cy="165613"/>
          </a:xfrm>
          <a:prstGeom prst="rect">
            <a:avLst/>
          </a:prstGeom>
        </p:spPr>
      </p:pic>
      <p:pic>
        <p:nvPicPr>
          <p:cNvPr id="70" name="bg object 70"/>
          <p:cNvPicPr/>
          <p:nvPr/>
        </p:nvPicPr>
        <p:blipFill>
          <a:blip r:embed="rId30" cstate="print"/>
          <a:stretch>
            <a:fillRect/>
          </a:stretch>
        </p:blipFill>
        <p:spPr>
          <a:xfrm>
            <a:off x="8463832" y="2907691"/>
            <a:ext cx="153252" cy="152359"/>
          </a:xfrm>
          <a:prstGeom prst="rect">
            <a:avLst/>
          </a:prstGeom>
        </p:spPr>
      </p:pic>
      <p:sp>
        <p:nvSpPr>
          <p:cNvPr id="71" name="bg object 71"/>
          <p:cNvSpPr/>
          <p:nvPr/>
        </p:nvSpPr>
        <p:spPr>
          <a:xfrm>
            <a:off x="5117363" y="2906064"/>
            <a:ext cx="1025525" cy="1025525"/>
          </a:xfrm>
          <a:custGeom>
            <a:avLst/>
            <a:gdLst/>
            <a:ahLst/>
            <a:cxnLst/>
            <a:rect l="l" t="t" r="r" b="b"/>
            <a:pathLst>
              <a:path w="1025525" h="1025525">
                <a:moveTo>
                  <a:pt x="655650" y="993406"/>
                </a:moveTo>
                <a:lnTo>
                  <a:pt x="645845" y="950264"/>
                </a:lnTo>
                <a:lnTo>
                  <a:pt x="623455" y="908583"/>
                </a:lnTo>
                <a:lnTo>
                  <a:pt x="591553" y="871982"/>
                </a:lnTo>
                <a:lnTo>
                  <a:pt x="553224" y="844067"/>
                </a:lnTo>
                <a:lnTo>
                  <a:pt x="511517" y="828446"/>
                </a:lnTo>
                <a:lnTo>
                  <a:pt x="500926" y="841070"/>
                </a:lnTo>
                <a:lnTo>
                  <a:pt x="490537" y="842695"/>
                </a:lnTo>
                <a:lnTo>
                  <a:pt x="480288" y="837006"/>
                </a:lnTo>
                <a:lnTo>
                  <a:pt x="470115" y="827633"/>
                </a:lnTo>
                <a:lnTo>
                  <a:pt x="421220" y="851916"/>
                </a:lnTo>
                <a:lnTo>
                  <a:pt x="380415" y="884326"/>
                </a:lnTo>
                <a:lnTo>
                  <a:pt x="349097" y="926579"/>
                </a:lnTo>
                <a:lnTo>
                  <a:pt x="328688" y="980440"/>
                </a:lnTo>
                <a:lnTo>
                  <a:pt x="311188" y="929551"/>
                </a:lnTo>
                <a:lnTo>
                  <a:pt x="283133" y="889228"/>
                </a:lnTo>
                <a:lnTo>
                  <a:pt x="246329" y="857872"/>
                </a:lnTo>
                <a:lnTo>
                  <a:pt x="202577" y="833843"/>
                </a:lnTo>
                <a:lnTo>
                  <a:pt x="186842" y="831634"/>
                </a:lnTo>
                <a:lnTo>
                  <a:pt x="169519" y="834212"/>
                </a:lnTo>
                <a:lnTo>
                  <a:pt x="151638" y="835647"/>
                </a:lnTo>
                <a:lnTo>
                  <a:pt x="97116" y="847521"/>
                </a:lnTo>
                <a:lnTo>
                  <a:pt x="62712" y="875703"/>
                </a:lnTo>
                <a:lnTo>
                  <a:pt x="33756" y="911186"/>
                </a:lnTo>
                <a:lnTo>
                  <a:pt x="13004" y="950620"/>
                </a:lnTo>
                <a:lnTo>
                  <a:pt x="3200" y="990663"/>
                </a:lnTo>
                <a:lnTo>
                  <a:pt x="2565" y="998093"/>
                </a:lnTo>
                <a:lnTo>
                  <a:pt x="0" y="1010183"/>
                </a:lnTo>
                <a:lnTo>
                  <a:pt x="7823" y="1011351"/>
                </a:lnTo>
                <a:lnTo>
                  <a:pt x="21818" y="1013015"/>
                </a:lnTo>
                <a:lnTo>
                  <a:pt x="35979" y="1013802"/>
                </a:lnTo>
                <a:lnTo>
                  <a:pt x="50101" y="1013460"/>
                </a:lnTo>
                <a:lnTo>
                  <a:pt x="63944" y="1011745"/>
                </a:lnTo>
                <a:lnTo>
                  <a:pt x="68694" y="1008253"/>
                </a:lnTo>
                <a:lnTo>
                  <a:pt x="69481" y="1001674"/>
                </a:lnTo>
                <a:lnTo>
                  <a:pt x="68795" y="993800"/>
                </a:lnTo>
                <a:lnTo>
                  <a:pt x="69126" y="986421"/>
                </a:lnTo>
                <a:lnTo>
                  <a:pt x="70472" y="980414"/>
                </a:lnTo>
                <a:lnTo>
                  <a:pt x="72174" y="974267"/>
                </a:lnTo>
                <a:lnTo>
                  <a:pt x="75171" y="968006"/>
                </a:lnTo>
                <a:lnTo>
                  <a:pt x="80454" y="961694"/>
                </a:lnTo>
                <a:lnTo>
                  <a:pt x="80772" y="985545"/>
                </a:lnTo>
                <a:lnTo>
                  <a:pt x="80238" y="992517"/>
                </a:lnTo>
                <a:lnTo>
                  <a:pt x="80403" y="1003427"/>
                </a:lnTo>
                <a:lnTo>
                  <a:pt x="84213" y="1010069"/>
                </a:lnTo>
                <a:lnTo>
                  <a:pt x="91516" y="1013167"/>
                </a:lnTo>
                <a:lnTo>
                  <a:pt x="102184" y="1013472"/>
                </a:lnTo>
                <a:lnTo>
                  <a:pt x="116674" y="1012863"/>
                </a:lnTo>
                <a:lnTo>
                  <a:pt x="131368" y="1012812"/>
                </a:lnTo>
                <a:lnTo>
                  <a:pt x="162013" y="1013155"/>
                </a:lnTo>
                <a:lnTo>
                  <a:pt x="148882" y="977861"/>
                </a:lnTo>
                <a:lnTo>
                  <a:pt x="151053" y="943546"/>
                </a:lnTo>
                <a:lnTo>
                  <a:pt x="159575" y="909751"/>
                </a:lnTo>
                <a:lnTo>
                  <a:pt x="165519" y="876020"/>
                </a:lnTo>
                <a:lnTo>
                  <a:pt x="172732" y="909370"/>
                </a:lnTo>
                <a:lnTo>
                  <a:pt x="181317" y="942581"/>
                </a:lnTo>
                <a:lnTo>
                  <a:pt x="183730" y="976172"/>
                </a:lnTo>
                <a:lnTo>
                  <a:pt x="172427" y="1010640"/>
                </a:lnTo>
                <a:lnTo>
                  <a:pt x="214058" y="1015415"/>
                </a:lnTo>
                <a:lnTo>
                  <a:pt x="236791" y="1011694"/>
                </a:lnTo>
                <a:lnTo>
                  <a:pt x="247688" y="995248"/>
                </a:lnTo>
                <a:lnTo>
                  <a:pt x="253758" y="961821"/>
                </a:lnTo>
                <a:lnTo>
                  <a:pt x="258800" y="970749"/>
                </a:lnTo>
                <a:lnTo>
                  <a:pt x="262178" y="979424"/>
                </a:lnTo>
                <a:lnTo>
                  <a:pt x="263880" y="987996"/>
                </a:lnTo>
                <a:lnTo>
                  <a:pt x="263931" y="996607"/>
                </a:lnTo>
                <a:lnTo>
                  <a:pt x="264261" y="1005205"/>
                </a:lnTo>
                <a:lnTo>
                  <a:pt x="267208" y="1010424"/>
                </a:lnTo>
                <a:lnTo>
                  <a:pt x="272846" y="1012952"/>
                </a:lnTo>
                <a:lnTo>
                  <a:pt x="281279" y="1013460"/>
                </a:lnTo>
                <a:lnTo>
                  <a:pt x="305054" y="1012977"/>
                </a:lnTo>
                <a:lnTo>
                  <a:pt x="328828" y="1012837"/>
                </a:lnTo>
                <a:lnTo>
                  <a:pt x="352615" y="1013002"/>
                </a:lnTo>
                <a:lnTo>
                  <a:pt x="388683" y="1013650"/>
                </a:lnTo>
                <a:lnTo>
                  <a:pt x="394449" y="1011859"/>
                </a:lnTo>
                <a:lnTo>
                  <a:pt x="394779" y="988428"/>
                </a:lnTo>
                <a:lnTo>
                  <a:pt x="395846" y="979271"/>
                </a:lnTo>
                <a:lnTo>
                  <a:pt x="399567" y="970521"/>
                </a:lnTo>
                <a:lnTo>
                  <a:pt x="407631" y="963015"/>
                </a:lnTo>
                <a:lnTo>
                  <a:pt x="407644" y="1013498"/>
                </a:lnTo>
                <a:lnTo>
                  <a:pt x="416534" y="1013104"/>
                </a:lnTo>
                <a:lnTo>
                  <a:pt x="434035" y="1012990"/>
                </a:lnTo>
                <a:lnTo>
                  <a:pt x="451485" y="1013421"/>
                </a:lnTo>
                <a:lnTo>
                  <a:pt x="468718" y="1013231"/>
                </a:lnTo>
                <a:lnTo>
                  <a:pt x="485571" y="1011288"/>
                </a:lnTo>
                <a:lnTo>
                  <a:pt x="475513" y="972337"/>
                </a:lnTo>
                <a:lnTo>
                  <a:pt x="478447" y="934732"/>
                </a:lnTo>
                <a:lnTo>
                  <a:pt x="486524" y="897839"/>
                </a:lnTo>
                <a:lnTo>
                  <a:pt x="491896" y="861021"/>
                </a:lnTo>
                <a:lnTo>
                  <a:pt x="494893" y="869302"/>
                </a:lnTo>
                <a:lnTo>
                  <a:pt x="497332" y="877531"/>
                </a:lnTo>
                <a:lnTo>
                  <a:pt x="498970" y="885748"/>
                </a:lnTo>
                <a:lnTo>
                  <a:pt x="499567" y="893940"/>
                </a:lnTo>
                <a:lnTo>
                  <a:pt x="503415" y="923518"/>
                </a:lnTo>
                <a:lnTo>
                  <a:pt x="509485" y="953236"/>
                </a:lnTo>
                <a:lnTo>
                  <a:pt x="509371" y="983119"/>
                </a:lnTo>
                <a:lnTo>
                  <a:pt x="494626" y="1013180"/>
                </a:lnTo>
                <a:lnTo>
                  <a:pt x="525907" y="1013180"/>
                </a:lnTo>
                <a:lnTo>
                  <a:pt x="555244" y="1012418"/>
                </a:lnTo>
                <a:lnTo>
                  <a:pt x="570598" y="1007097"/>
                </a:lnTo>
                <a:lnTo>
                  <a:pt x="576999" y="992644"/>
                </a:lnTo>
                <a:lnTo>
                  <a:pt x="579462" y="964488"/>
                </a:lnTo>
                <a:lnTo>
                  <a:pt x="584352" y="969365"/>
                </a:lnTo>
                <a:lnTo>
                  <a:pt x="587400" y="974966"/>
                </a:lnTo>
                <a:lnTo>
                  <a:pt x="588733" y="980998"/>
                </a:lnTo>
                <a:lnTo>
                  <a:pt x="588492" y="987132"/>
                </a:lnTo>
                <a:lnTo>
                  <a:pt x="588505" y="1002169"/>
                </a:lnTo>
                <a:lnTo>
                  <a:pt x="594055" y="1010602"/>
                </a:lnTo>
                <a:lnTo>
                  <a:pt x="604139" y="1013841"/>
                </a:lnTo>
                <a:lnTo>
                  <a:pt x="617753" y="1013333"/>
                </a:lnTo>
                <a:lnTo>
                  <a:pt x="623658" y="1012558"/>
                </a:lnTo>
                <a:lnTo>
                  <a:pt x="629818" y="1012532"/>
                </a:lnTo>
                <a:lnTo>
                  <a:pt x="635723" y="1013333"/>
                </a:lnTo>
                <a:lnTo>
                  <a:pt x="645655" y="1013409"/>
                </a:lnTo>
                <a:lnTo>
                  <a:pt x="651979" y="1010234"/>
                </a:lnTo>
                <a:lnTo>
                  <a:pt x="655154" y="1003617"/>
                </a:lnTo>
                <a:lnTo>
                  <a:pt x="655650" y="993406"/>
                </a:lnTo>
                <a:close/>
              </a:path>
              <a:path w="1025525" h="1025525">
                <a:moveTo>
                  <a:pt x="1025499" y="457365"/>
                </a:moveTo>
                <a:lnTo>
                  <a:pt x="1025436" y="456133"/>
                </a:lnTo>
                <a:lnTo>
                  <a:pt x="1023086" y="409778"/>
                </a:lnTo>
                <a:lnTo>
                  <a:pt x="1016838" y="388505"/>
                </a:lnTo>
                <a:lnTo>
                  <a:pt x="1008710" y="360807"/>
                </a:lnTo>
                <a:lnTo>
                  <a:pt x="984719" y="319887"/>
                </a:lnTo>
                <a:lnTo>
                  <a:pt x="952830" y="285584"/>
                </a:lnTo>
                <a:lnTo>
                  <a:pt x="943940" y="278790"/>
                </a:lnTo>
                <a:lnTo>
                  <a:pt x="943940" y="443738"/>
                </a:lnTo>
                <a:lnTo>
                  <a:pt x="939876" y="469404"/>
                </a:lnTo>
                <a:lnTo>
                  <a:pt x="930402" y="494550"/>
                </a:lnTo>
                <a:lnTo>
                  <a:pt x="930402" y="456133"/>
                </a:lnTo>
                <a:lnTo>
                  <a:pt x="930402" y="388505"/>
                </a:lnTo>
                <a:lnTo>
                  <a:pt x="941235" y="416966"/>
                </a:lnTo>
                <a:lnTo>
                  <a:pt x="943940" y="443738"/>
                </a:lnTo>
                <a:lnTo>
                  <a:pt x="943940" y="278790"/>
                </a:lnTo>
                <a:lnTo>
                  <a:pt x="922553" y="262420"/>
                </a:lnTo>
                <a:lnTo>
                  <a:pt x="914755" y="256476"/>
                </a:lnTo>
                <a:lnTo>
                  <a:pt x="899922" y="247624"/>
                </a:lnTo>
                <a:lnTo>
                  <a:pt x="896315" y="245465"/>
                </a:lnTo>
                <a:lnTo>
                  <a:pt x="872248" y="231114"/>
                </a:lnTo>
                <a:lnTo>
                  <a:pt x="861402" y="226263"/>
                </a:lnTo>
                <a:lnTo>
                  <a:pt x="851204" y="224688"/>
                </a:lnTo>
                <a:lnTo>
                  <a:pt x="846201" y="226352"/>
                </a:lnTo>
                <a:lnTo>
                  <a:pt x="846201" y="413931"/>
                </a:lnTo>
                <a:lnTo>
                  <a:pt x="842022" y="429526"/>
                </a:lnTo>
                <a:lnTo>
                  <a:pt x="833767" y="443357"/>
                </a:lnTo>
                <a:lnTo>
                  <a:pt x="822477" y="456133"/>
                </a:lnTo>
                <a:lnTo>
                  <a:pt x="809752" y="442645"/>
                </a:lnTo>
                <a:lnTo>
                  <a:pt x="801509" y="427723"/>
                </a:lnTo>
                <a:lnTo>
                  <a:pt x="798080" y="410819"/>
                </a:lnTo>
                <a:lnTo>
                  <a:pt x="798182" y="409778"/>
                </a:lnTo>
                <a:lnTo>
                  <a:pt x="799795" y="391414"/>
                </a:lnTo>
                <a:lnTo>
                  <a:pt x="805815" y="359562"/>
                </a:lnTo>
                <a:lnTo>
                  <a:pt x="810920" y="327266"/>
                </a:lnTo>
                <a:lnTo>
                  <a:pt x="812533" y="316128"/>
                </a:lnTo>
                <a:lnTo>
                  <a:pt x="815530" y="295389"/>
                </a:lnTo>
                <a:lnTo>
                  <a:pt x="820280" y="263271"/>
                </a:lnTo>
                <a:lnTo>
                  <a:pt x="823925" y="262420"/>
                </a:lnTo>
                <a:lnTo>
                  <a:pt x="828992" y="295833"/>
                </a:lnTo>
                <a:lnTo>
                  <a:pt x="833767" y="327863"/>
                </a:lnTo>
                <a:lnTo>
                  <a:pt x="839266" y="362597"/>
                </a:lnTo>
                <a:lnTo>
                  <a:pt x="845261" y="395808"/>
                </a:lnTo>
                <a:lnTo>
                  <a:pt x="846201" y="413931"/>
                </a:lnTo>
                <a:lnTo>
                  <a:pt x="846201" y="226352"/>
                </a:lnTo>
                <a:lnTo>
                  <a:pt x="841730" y="227825"/>
                </a:lnTo>
                <a:lnTo>
                  <a:pt x="833069" y="237070"/>
                </a:lnTo>
                <a:lnTo>
                  <a:pt x="828090" y="242989"/>
                </a:lnTo>
                <a:lnTo>
                  <a:pt x="822858" y="245465"/>
                </a:lnTo>
                <a:lnTo>
                  <a:pt x="817448" y="243903"/>
                </a:lnTo>
                <a:lnTo>
                  <a:pt x="811961" y="237731"/>
                </a:lnTo>
                <a:lnTo>
                  <a:pt x="802970" y="227825"/>
                </a:lnTo>
                <a:lnTo>
                  <a:pt x="793102" y="224307"/>
                </a:lnTo>
                <a:lnTo>
                  <a:pt x="782383" y="225907"/>
                </a:lnTo>
                <a:lnTo>
                  <a:pt x="770890" y="231406"/>
                </a:lnTo>
                <a:lnTo>
                  <a:pt x="764743" y="234759"/>
                </a:lnTo>
                <a:lnTo>
                  <a:pt x="758393" y="237731"/>
                </a:lnTo>
                <a:lnTo>
                  <a:pt x="751865" y="240474"/>
                </a:lnTo>
                <a:lnTo>
                  <a:pt x="745502" y="242989"/>
                </a:lnTo>
                <a:lnTo>
                  <a:pt x="745871" y="242989"/>
                </a:lnTo>
                <a:lnTo>
                  <a:pt x="678865" y="236004"/>
                </a:lnTo>
                <a:lnTo>
                  <a:pt x="647471" y="178142"/>
                </a:lnTo>
                <a:lnTo>
                  <a:pt x="647433" y="172859"/>
                </a:lnTo>
                <a:lnTo>
                  <a:pt x="647293" y="155511"/>
                </a:lnTo>
                <a:lnTo>
                  <a:pt x="647179" y="144437"/>
                </a:lnTo>
                <a:lnTo>
                  <a:pt x="647052" y="133350"/>
                </a:lnTo>
                <a:lnTo>
                  <a:pt x="647039" y="102946"/>
                </a:lnTo>
                <a:lnTo>
                  <a:pt x="647827" y="78460"/>
                </a:lnTo>
                <a:lnTo>
                  <a:pt x="647700" y="75069"/>
                </a:lnTo>
                <a:lnTo>
                  <a:pt x="647623" y="73431"/>
                </a:lnTo>
                <a:lnTo>
                  <a:pt x="646595" y="52692"/>
                </a:lnTo>
                <a:lnTo>
                  <a:pt x="642404" y="40119"/>
                </a:lnTo>
                <a:lnTo>
                  <a:pt x="639419" y="31165"/>
                </a:lnTo>
                <a:lnTo>
                  <a:pt x="625551" y="13538"/>
                </a:lnTo>
                <a:lnTo>
                  <a:pt x="609396" y="3289"/>
                </a:lnTo>
                <a:lnTo>
                  <a:pt x="609396" y="307898"/>
                </a:lnTo>
                <a:lnTo>
                  <a:pt x="609295" y="323367"/>
                </a:lnTo>
                <a:lnTo>
                  <a:pt x="609193" y="337096"/>
                </a:lnTo>
                <a:lnTo>
                  <a:pt x="609104" y="349135"/>
                </a:lnTo>
                <a:lnTo>
                  <a:pt x="609015" y="521309"/>
                </a:lnTo>
                <a:lnTo>
                  <a:pt x="607720" y="538937"/>
                </a:lnTo>
                <a:lnTo>
                  <a:pt x="602716" y="549376"/>
                </a:lnTo>
                <a:lnTo>
                  <a:pt x="592493" y="554240"/>
                </a:lnTo>
                <a:lnTo>
                  <a:pt x="593928" y="554240"/>
                </a:lnTo>
                <a:lnTo>
                  <a:pt x="575551" y="555561"/>
                </a:lnTo>
                <a:lnTo>
                  <a:pt x="82448" y="555561"/>
                </a:lnTo>
                <a:lnTo>
                  <a:pt x="49123" y="520814"/>
                </a:lnTo>
                <a:lnTo>
                  <a:pt x="49022" y="155511"/>
                </a:lnTo>
                <a:lnTo>
                  <a:pt x="48920" y="111417"/>
                </a:lnTo>
                <a:lnTo>
                  <a:pt x="50444" y="58115"/>
                </a:lnTo>
                <a:lnTo>
                  <a:pt x="81864" y="40119"/>
                </a:lnTo>
                <a:lnTo>
                  <a:pt x="573595" y="40436"/>
                </a:lnTo>
                <a:lnTo>
                  <a:pt x="593598" y="41554"/>
                </a:lnTo>
                <a:lnTo>
                  <a:pt x="603656" y="46088"/>
                </a:lnTo>
                <a:lnTo>
                  <a:pt x="608037" y="56489"/>
                </a:lnTo>
                <a:lnTo>
                  <a:pt x="608126" y="58115"/>
                </a:lnTo>
                <a:lnTo>
                  <a:pt x="608965" y="73431"/>
                </a:lnTo>
                <a:lnTo>
                  <a:pt x="609079" y="154051"/>
                </a:lnTo>
                <a:lnTo>
                  <a:pt x="603618" y="155511"/>
                </a:lnTo>
                <a:lnTo>
                  <a:pt x="597357" y="144437"/>
                </a:lnTo>
                <a:lnTo>
                  <a:pt x="591146" y="133350"/>
                </a:lnTo>
                <a:lnTo>
                  <a:pt x="584847" y="122326"/>
                </a:lnTo>
                <a:lnTo>
                  <a:pt x="578345" y="111417"/>
                </a:lnTo>
                <a:lnTo>
                  <a:pt x="566559" y="97434"/>
                </a:lnTo>
                <a:lnTo>
                  <a:pt x="552640" y="89585"/>
                </a:lnTo>
                <a:lnTo>
                  <a:pt x="537349" y="88061"/>
                </a:lnTo>
                <a:lnTo>
                  <a:pt x="521449" y="93014"/>
                </a:lnTo>
                <a:lnTo>
                  <a:pt x="509054" y="102946"/>
                </a:lnTo>
                <a:lnTo>
                  <a:pt x="504659" y="111417"/>
                </a:lnTo>
                <a:lnTo>
                  <a:pt x="501929" y="116776"/>
                </a:lnTo>
                <a:lnTo>
                  <a:pt x="501040" y="133007"/>
                </a:lnTo>
                <a:lnTo>
                  <a:pt x="501154" y="133350"/>
                </a:lnTo>
                <a:lnTo>
                  <a:pt x="506730" y="150634"/>
                </a:lnTo>
                <a:lnTo>
                  <a:pt x="524725" y="183261"/>
                </a:lnTo>
                <a:lnTo>
                  <a:pt x="544982" y="214299"/>
                </a:lnTo>
                <a:lnTo>
                  <a:pt x="567855" y="243420"/>
                </a:lnTo>
                <a:lnTo>
                  <a:pt x="593763" y="270243"/>
                </a:lnTo>
                <a:lnTo>
                  <a:pt x="601179" y="278511"/>
                </a:lnTo>
                <a:lnTo>
                  <a:pt x="606044" y="287261"/>
                </a:lnTo>
                <a:lnTo>
                  <a:pt x="608685" y="296913"/>
                </a:lnTo>
                <a:lnTo>
                  <a:pt x="609396" y="307898"/>
                </a:lnTo>
                <a:lnTo>
                  <a:pt x="609396" y="3289"/>
                </a:lnTo>
                <a:lnTo>
                  <a:pt x="604215" y="0"/>
                </a:lnTo>
                <a:lnTo>
                  <a:pt x="53403" y="0"/>
                </a:lnTo>
                <a:lnTo>
                  <a:pt x="32816" y="13893"/>
                </a:lnTo>
                <a:lnTo>
                  <a:pt x="19583" y="31559"/>
                </a:lnTo>
                <a:lnTo>
                  <a:pt x="12611" y="53060"/>
                </a:lnTo>
                <a:lnTo>
                  <a:pt x="10795" y="77927"/>
                </a:lnTo>
                <a:lnTo>
                  <a:pt x="10896" y="93014"/>
                </a:lnTo>
                <a:lnTo>
                  <a:pt x="10985" y="102946"/>
                </a:lnTo>
                <a:lnTo>
                  <a:pt x="11074" y="111417"/>
                </a:lnTo>
                <a:lnTo>
                  <a:pt x="11188" y="123139"/>
                </a:lnTo>
                <a:lnTo>
                  <a:pt x="11264" y="133350"/>
                </a:lnTo>
                <a:lnTo>
                  <a:pt x="11391" y="153085"/>
                </a:lnTo>
                <a:lnTo>
                  <a:pt x="11506" y="523570"/>
                </a:lnTo>
                <a:lnTo>
                  <a:pt x="15201" y="556006"/>
                </a:lnTo>
                <a:lnTo>
                  <a:pt x="27139" y="577596"/>
                </a:lnTo>
                <a:lnTo>
                  <a:pt x="48501" y="589546"/>
                </a:lnTo>
                <a:lnTo>
                  <a:pt x="47891" y="589546"/>
                </a:lnTo>
                <a:lnTo>
                  <a:pt x="81051" y="593394"/>
                </a:lnTo>
                <a:lnTo>
                  <a:pt x="577634" y="593394"/>
                </a:lnTo>
                <a:lnTo>
                  <a:pt x="631151" y="577329"/>
                </a:lnTo>
                <a:lnTo>
                  <a:pt x="647369" y="523062"/>
                </a:lnTo>
                <a:lnTo>
                  <a:pt x="647547" y="359562"/>
                </a:lnTo>
                <a:lnTo>
                  <a:pt x="646874" y="349135"/>
                </a:lnTo>
                <a:lnTo>
                  <a:pt x="645820" y="337096"/>
                </a:lnTo>
                <a:lnTo>
                  <a:pt x="646557" y="326034"/>
                </a:lnTo>
                <a:lnTo>
                  <a:pt x="651154" y="317119"/>
                </a:lnTo>
                <a:lnTo>
                  <a:pt x="657390" y="316128"/>
                </a:lnTo>
                <a:lnTo>
                  <a:pt x="667512" y="318935"/>
                </a:lnTo>
                <a:lnTo>
                  <a:pt x="679323" y="323367"/>
                </a:lnTo>
                <a:lnTo>
                  <a:pt x="690575" y="327266"/>
                </a:lnTo>
                <a:lnTo>
                  <a:pt x="692683" y="327863"/>
                </a:lnTo>
                <a:lnTo>
                  <a:pt x="692835" y="327863"/>
                </a:lnTo>
                <a:lnTo>
                  <a:pt x="695439" y="329247"/>
                </a:lnTo>
                <a:lnTo>
                  <a:pt x="696480" y="329247"/>
                </a:lnTo>
                <a:lnTo>
                  <a:pt x="710450" y="327863"/>
                </a:lnTo>
                <a:lnTo>
                  <a:pt x="713714" y="333552"/>
                </a:lnTo>
                <a:lnTo>
                  <a:pt x="713752" y="337096"/>
                </a:lnTo>
                <a:lnTo>
                  <a:pt x="713867" y="345516"/>
                </a:lnTo>
                <a:lnTo>
                  <a:pt x="713905" y="349135"/>
                </a:lnTo>
                <a:lnTo>
                  <a:pt x="714032" y="361251"/>
                </a:lnTo>
                <a:lnTo>
                  <a:pt x="714044" y="362597"/>
                </a:lnTo>
                <a:lnTo>
                  <a:pt x="714387" y="395808"/>
                </a:lnTo>
                <a:lnTo>
                  <a:pt x="714844" y="446100"/>
                </a:lnTo>
                <a:lnTo>
                  <a:pt x="714971" y="456133"/>
                </a:lnTo>
                <a:lnTo>
                  <a:pt x="714997" y="457365"/>
                </a:lnTo>
                <a:lnTo>
                  <a:pt x="715479" y="496404"/>
                </a:lnTo>
                <a:lnTo>
                  <a:pt x="715606" y="502640"/>
                </a:lnTo>
                <a:lnTo>
                  <a:pt x="716483" y="545871"/>
                </a:lnTo>
                <a:lnTo>
                  <a:pt x="716597" y="549376"/>
                </a:lnTo>
                <a:lnTo>
                  <a:pt x="718350" y="603542"/>
                </a:lnTo>
                <a:lnTo>
                  <a:pt x="719772" y="650290"/>
                </a:lnTo>
                <a:lnTo>
                  <a:pt x="720521" y="703554"/>
                </a:lnTo>
                <a:lnTo>
                  <a:pt x="720661" y="756843"/>
                </a:lnTo>
                <a:lnTo>
                  <a:pt x="720407" y="810158"/>
                </a:lnTo>
                <a:lnTo>
                  <a:pt x="719988" y="863460"/>
                </a:lnTo>
                <a:lnTo>
                  <a:pt x="719645" y="916774"/>
                </a:lnTo>
                <a:lnTo>
                  <a:pt x="719620" y="970076"/>
                </a:lnTo>
                <a:lnTo>
                  <a:pt x="731113" y="1010285"/>
                </a:lnTo>
                <a:lnTo>
                  <a:pt x="763739" y="1025372"/>
                </a:lnTo>
                <a:lnTo>
                  <a:pt x="783729" y="1023518"/>
                </a:lnTo>
                <a:lnTo>
                  <a:pt x="799033" y="1015136"/>
                </a:lnTo>
                <a:lnTo>
                  <a:pt x="809764" y="1000099"/>
                </a:lnTo>
                <a:lnTo>
                  <a:pt x="816013" y="978522"/>
                </a:lnTo>
                <a:lnTo>
                  <a:pt x="816114" y="641007"/>
                </a:lnTo>
                <a:lnTo>
                  <a:pt x="823823" y="641007"/>
                </a:lnTo>
                <a:lnTo>
                  <a:pt x="823823" y="978522"/>
                </a:lnTo>
                <a:lnTo>
                  <a:pt x="827290" y="995654"/>
                </a:lnTo>
                <a:lnTo>
                  <a:pt x="834720" y="1009446"/>
                </a:lnTo>
                <a:lnTo>
                  <a:pt x="846569" y="1019340"/>
                </a:lnTo>
                <a:lnTo>
                  <a:pt x="863295" y="1024763"/>
                </a:lnTo>
                <a:lnTo>
                  <a:pt x="886548" y="1024140"/>
                </a:lnTo>
                <a:lnTo>
                  <a:pt x="915327" y="997292"/>
                </a:lnTo>
                <a:lnTo>
                  <a:pt x="919378" y="921766"/>
                </a:lnTo>
                <a:lnTo>
                  <a:pt x="919416" y="810158"/>
                </a:lnTo>
                <a:lnTo>
                  <a:pt x="919543" y="641007"/>
                </a:lnTo>
                <a:lnTo>
                  <a:pt x="919581" y="610743"/>
                </a:lnTo>
                <a:lnTo>
                  <a:pt x="916698" y="602970"/>
                </a:lnTo>
                <a:lnTo>
                  <a:pt x="922832" y="595071"/>
                </a:lnTo>
                <a:lnTo>
                  <a:pt x="938784" y="601751"/>
                </a:lnTo>
                <a:lnTo>
                  <a:pt x="954430" y="603542"/>
                </a:lnTo>
                <a:lnTo>
                  <a:pt x="968540" y="599160"/>
                </a:lnTo>
                <a:lnTo>
                  <a:pt x="1001814" y="545871"/>
                </a:lnTo>
                <a:lnTo>
                  <a:pt x="1017714" y="502640"/>
                </a:lnTo>
                <a:lnTo>
                  <a:pt x="1019111" y="494550"/>
                </a:lnTo>
                <a:lnTo>
                  <a:pt x="1025499" y="457365"/>
                </a:lnTo>
                <a:close/>
              </a:path>
            </a:pathLst>
          </a:custGeom>
          <a:solidFill>
            <a:srgbClr val="000000"/>
          </a:solidFill>
        </p:spPr>
        <p:txBody>
          <a:bodyPr wrap="square" lIns="0" tIns="0" rIns="0" bIns="0" rtlCol="0"/>
          <a:lstStyle/>
          <a:p>
            <a:endParaRPr/>
          </a:p>
        </p:txBody>
      </p:sp>
      <p:pic>
        <p:nvPicPr>
          <p:cNvPr id="72" name="bg object 72"/>
          <p:cNvPicPr/>
          <p:nvPr/>
        </p:nvPicPr>
        <p:blipFill>
          <a:blip r:embed="rId31" cstate="print"/>
          <a:stretch>
            <a:fillRect/>
          </a:stretch>
        </p:blipFill>
        <p:spPr>
          <a:xfrm>
            <a:off x="5834558" y="2910960"/>
            <a:ext cx="210790" cy="210752"/>
          </a:xfrm>
          <a:prstGeom prst="rect">
            <a:avLst/>
          </a:prstGeom>
        </p:spPr>
      </p:pic>
      <p:pic>
        <p:nvPicPr>
          <p:cNvPr id="73" name="bg object 73"/>
          <p:cNvPicPr/>
          <p:nvPr/>
        </p:nvPicPr>
        <p:blipFill>
          <a:blip r:embed="rId32" cstate="print"/>
          <a:stretch>
            <a:fillRect/>
          </a:stretch>
        </p:blipFill>
        <p:spPr>
          <a:xfrm>
            <a:off x="5200963" y="3560154"/>
            <a:ext cx="165444" cy="166457"/>
          </a:xfrm>
          <a:prstGeom prst="rect">
            <a:avLst/>
          </a:prstGeom>
        </p:spPr>
      </p:pic>
      <p:pic>
        <p:nvPicPr>
          <p:cNvPr id="74" name="bg object 74"/>
          <p:cNvPicPr/>
          <p:nvPr/>
        </p:nvPicPr>
        <p:blipFill>
          <a:blip r:embed="rId33" cstate="print"/>
          <a:stretch>
            <a:fillRect/>
          </a:stretch>
        </p:blipFill>
        <p:spPr>
          <a:xfrm>
            <a:off x="5527694" y="3560071"/>
            <a:ext cx="163997" cy="188673"/>
          </a:xfrm>
          <a:prstGeom prst="rect">
            <a:avLst/>
          </a:prstGeom>
        </p:spPr>
      </p:pic>
      <p:sp>
        <p:nvSpPr>
          <p:cNvPr id="75" name="bg object 75"/>
          <p:cNvSpPr/>
          <p:nvPr/>
        </p:nvSpPr>
        <p:spPr>
          <a:xfrm>
            <a:off x="5290439" y="3048075"/>
            <a:ext cx="770890" cy="353060"/>
          </a:xfrm>
          <a:custGeom>
            <a:avLst/>
            <a:gdLst/>
            <a:ahLst/>
            <a:cxnLst/>
            <a:rect l="l" t="t" r="r" b="b"/>
            <a:pathLst>
              <a:path w="770889" h="353060">
                <a:moveTo>
                  <a:pt x="311594" y="189953"/>
                </a:moveTo>
                <a:lnTo>
                  <a:pt x="307454" y="181546"/>
                </a:lnTo>
                <a:lnTo>
                  <a:pt x="297827" y="174269"/>
                </a:lnTo>
                <a:lnTo>
                  <a:pt x="285902" y="163766"/>
                </a:lnTo>
                <a:lnTo>
                  <a:pt x="281241" y="150418"/>
                </a:lnTo>
                <a:lnTo>
                  <a:pt x="284060" y="136969"/>
                </a:lnTo>
                <a:lnTo>
                  <a:pt x="294563" y="126085"/>
                </a:lnTo>
                <a:lnTo>
                  <a:pt x="304406" y="117487"/>
                </a:lnTo>
                <a:lnTo>
                  <a:pt x="307860" y="108077"/>
                </a:lnTo>
                <a:lnTo>
                  <a:pt x="306666" y="97815"/>
                </a:lnTo>
                <a:lnTo>
                  <a:pt x="302615" y="86664"/>
                </a:lnTo>
                <a:lnTo>
                  <a:pt x="296964" y="76504"/>
                </a:lnTo>
                <a:lnTo>
                  <a:pt x="295376" y="75082"/>
                </a:lnTo>
                <a:lnTo>
                  <a:pt x="289725" y="70002"/>
                </a:lnTo>
                <a:lnTo>
                  <a:pt x="287921" y="69494"/>
                </a:lnTo>
                <a:lnTo>
                  <a:pt x="280454" y="67424"/>
                </a:lnTo>
                <a:lnTo>
                  <a:pt x="268655" y="69037"/>
                </a:lnTo>
                <a:lnTo>
                  <a:pt x="253263" y="69494"/>
                </a:lnTo>
                <a:lnTo>
                  <a:pt x="241033" y="62801"/>
                </a:lnTo>
                <a:lnTo>
                  <a:pt x="235508" y="53467"/>
                </a:lnTo>
                <a:lnTo>
                  <a:pt x="235508" y="155854"/>
                </a:lnTo>
                <a:lnTo>
                  <a:pt x="229171" y="186842"/>
                </a:lnTo>
                <a:lnTo>
                  <a:pt x="212077" y="211696"/>
                </a:lnTo>
                <a:lnTo>
                  <a:pt x="186512" y="228180"/>
                </a:lnTo>
                <a:lnTo>
                  <a:pt x="154787" y="234061"/>
                </a:lnTo>
                <a:lnTo>
                  <a:pt x="124333" y="227799"/>
                </a:lnTo>
                <a:lnTo>
                  <a:pt x="99390" y="211023"/>
                </a:lnTo>
                <a:lnTo>
                  <a:pt x="82524" y="186232"/>
                </a:lnTo>
                <a:lnTo>
                  <a:pt x="77355" y="161340"/>
                </a:lnTo>
                <a:lnTo>
                  <a:pt x="76263" y="155854"/>
                </a:lnTo>
                <a:lnTo>
                  <a:pt x="82562" y="125145"/>
                </a:lnTo>
                <a:lnTo>
                  <a:pt x="99885" y="99466"/>
                </a:lnTo>
                <a:lnTo>
                  <a:pt x="125349" y="81813"/>
                </a:lnTo>
                <a:lnTo>
                  <a:pt x="142786" y="77990"/>
                </a:lnTo>
                <a:lnTo>
                  <a:pt x="156095" y="75082"/>
                </a:lnTo>
                <a:lnTo>
                  <a:pt x="186512" y="81419"/>
                </a:lnTo>
                <a:lnTo>
                  <a:pt x="211874" y="99009"/>
                </a:lnTo>
                <a:lnTo>
                  <a:pt x="229196" y="124828"/>
                </a:lnTo>
                <a:lnTo>
                  <a:pt x="229260" y="125145"/>
                </a:lnTo>
                <a:lnTo>
                  <a:pt x="235508" y="155854"/>
                </a:lnTo>
                <a:lnTo>
                  <a:pt x="235508" y="53467"/>
                </a:lnTo>
                <a:lnTo>
                  <a:pt x="233934" y="50800"/>
                </a:lnTo>
                <a:lnTo>
                  <a:pt x="233972" y="35356"/>
                </a:lnTo>
                <a:lnTo>
                  <a:pt x="234480" y="29387"/>
                </a:lnTo>
                <a:lnTo>
                  <a:pt x="234492" y="29133"/>
                </a:lnTo>
                <a:lnTo>
                  <a:pt x="234950" y="23825"/>
                </a:lnTo>
                <a:lnTo>
                  <a:pt x="203822" y="1143"/>
                </a:lnTo>
                <a:lnTo>
                  <a:pt x="193217" y="0"/>
                </a:lnTo>
                <a:lnTo>
                  <a:pt x="183502" y="3314"/>
                </a:lnTo>
                <a:lnTo>
                  <a:pt x="174967" y="12966"/>
                </a:lnTo>
                <a:lnTo>
                  <a:pt x="163893" y="25019"/>
                </a:lnTo>
                <a:lnTo>
                  <a:pt x="150609" y="29387"/>
                </a:lnTo>
                <a:lnTo>
                  <a:pt x="137083" y="25869"/>
                </a:lnTo>
                <a:lnTo>
                  <a:pt x="125374" y="14312"/>
                </a:lnTo>
                <a:lnTo>
                  <a:pt x="116725" y="5207"/>
                </a:lnTo>
                <a:lnTo>
                  <a:pt x="107581" y="2501"/>
                </a:lnTo>
                <a:lnTo>
                  <a:pt x="70802" y="20332"/>
                </a:lnTo>
                <a:lnTo>
                  <a:pt x="67437" y="29133"/>
                </a:lnTo>
                <a:lnTo>
                  <a:pt x="67475" y="29387"/>
                </a:lnTo>
                <a:lnTo>
                  <a:pt x="69672" y="41668"/>
                </a:lnTo>
                <a:lnTo>
                  <a:pt x="70866" y="57023"/>
                </a:lnTo>
                <a:lnTo>
                  <a:pt x="64008" y="69799"/>
                </a:lnTo>
                <a:lnTo>
                  <a:pt x="51396" y="77597"/>
                </a:lnTo>
                <a:lnTo>
                  <a:pt x="35331" y="77990"/>
                </a:lnTo>
                <a:lnTo>
                  <a:pt x="22809" y="77343"/>
                </a:lnTo>
                <a:lnTo>
                  <a:pt x="14325" y="81661"/>
                </a:lnTo>
                <a:lnTo>
                  <a:pt x="0" y="120675"/>
                </a:lnTo>
                <a:lnTo>
                  <a:pt x="4000" y="129298"/>
                </a:lnTo>
                <a:lnTo>
                  <a:pt x="14439" y="135559"/>
                </a:lnTo>
                <a:lnTo>
                  <a:pt x="22783" y="139573"/>
                </a:lnTo>
                <a:lnTo>
                  <a:pt x="27800" y="144983"/>
                </a:lnTo>
                <a:lnTo>
                  <a:pt x="29641" y="152146"/>
                </a:lnTo>
                <a:lnTo>
                  <a:pt x="28511" y="161340"/>
                </a:lnTo>
                <a:lnTo>
                  <a:pt x="30022" y="169329"/>
                </a:lnTo>
                <a:lnTo>
                  <a:pt x="28651" y="176110"/>
                </a:lnTo>
                <a:lnTo>
                  <a:pt x="24117" y="181749"/>
                </a:lnTo>
                <a:lnTo>
                  <a:pt x="16357" y="186232"/>
                </a:lnTo>
                <a:lnTo>
                  <a:pt x="15468" y="186842"/>
                </a:lnTo>
                <a:lnTo>
                  <a:pt x="6121" y="193560"/>
                </a:lnTo>
                <a:lnTo>
                  <a:pt x="3225" y="202577"/>
                </a:lnTo>
                <a:lnTo>
                  <a:pt x="5105" y="212674"/>
                </a:lnTo>
                <a:lnTo>
                  <a:pt x="29959" y="243928"/>
                </a:lnTo>
                <a:lnTo>
                  <a:pt x="42316" y="242277"/>
                </a:lnTo>
                <a:lnTo>
                  <a:pt x="58051" y="241427"/>
                </a:lnTo>
                <a:lnTo>
                  <a:pt x="71145" y="248005"/>
                </a:lnTo>
                <a:lnTo>
                  <a:pt x="79006" y="259791"/>
                </a:lnTo>
                <a:lnTo>
                  <a:pt x="79006" y="274612"/>
                </a:lnTo>
                <a:lnTo>
                  <a:pt x="77406" y="287147"/>
                </a:lnTo>
                <a:lnTo>
                  <a:pt x="80975" y="295668"/>
                </a:lnTo>
                <a:lnTo>
                  <a:pt x="88442" y="301561"/>
                </a:lnTo>
                <a:lnTo>
                  <a:pt x="98526" y="306247"/>
                </a:lnTo>
                <a:lnTo>
                  <a:pt x="109867" y="310121"/>
                </a:lnTo>
                <a:lnTo>
                  <a:pt x="120180" y="310857"/>
                </a:lnTo>
                <a:lnTo>
                  <a:pt x="129374" y="306908"/>
                </a:lnTo>
                <a:lnTo>
                  <a:pt x="137375" y="296684"/>
                </a:lnTo>
                <a:lnTo>
                  <a:pt x="147815" y="284746"/>
                </a:lnTo>
                <a:lnTo>
                  <a:pt x="160870" y="280670"/>
                </a:lnTo>
                <a:lnTo>
                  <a:pt x="174548" y="284454"/>
                </a:lnTo>
                <a:lnTo>
                  <a:pt x="196215" y="305054"/>
                </a:lnTo>
                <a:lnTo>
                  <a:pt x="195973" y="305054"/>
                </a:lnTo>
                <a:lnTo>
                  <a:pt x="206273" y="307378"/>
                </a:lnTo>
                <a:lnTo>
                  <a:pt x="242658" y="288531"/>
                </a:lnTo>
                <a:lnTo>
                  <a:pt x="244754" y="280670"/>
                </a:lnTo>
                <a:lnTo>
                  <a:pt x="244970" y="279882"/>
                </a:lnTo>
                <a:lnTo>
                  <a:pt x="242455" y="268376"/>
                </a:lnTo>
                <a:lnTo>
                  <a:pt x="241325" y="253873"/>
                </a:lnTo>
                <a:lnTo>
                  <a:pt x="247942" y="241427"/>
                </a:lnTo>
                <a:lnTo>
                  <a:pt x="259168" y="234061"/>
                </a:lnTo>
                <a:lnTo>
                  <a:pt x="259880" y="233591"/>
                </a:lnTo>
                <a:lnTo>
                  <a:pt x="274739" y="232918"/>
                </a:lnTo>
                <a:lnTo>
                  <a:pt x="287578" y="233794"/>
                </a:lnTo>
                <a:lnTo>
                  <a:pt x="289547" y="232918"/>
                </a:lnTo>
                <a:lnTo>
                  <a:pt x="311442" y="199618"/>
                </a:lnTo>
                <a:lnTo>
                  <a:pt x="311531" y="193560"/>
                </a:lnTo>
                <a:lnTo>
                  <a:pt x="311594" y="189953"/>
                </a:lnTo>
                <a:close/>
              </a:path>
              <a:path w="770889" h="353060">
                <a:moveTo>
                  <a:pt x="770864" y="301726"/>
                </a:moveTo>
                <a:lnTo>
                  <a:pt x="768159" y="274955"/>
                </a:lnTo>
                <a:lnTo>
                  <a:pt x="757326" y="246494"/>
                </a:lnTo>
                <a:lnTo>
                  <a:pt x="757326" y="352539"/>
                </a:lnTo>
                <a:lnTo>
                  <a:pt x="766800" y="327393"/>
                </a:lnTo>
                <a:lnTo>
                  <a:pt x="770864" y="301726"/>
                </a:lnTo>
                <a:close/>
              </a:path>
            </a:pathLst>
          </a:custGeom>
          <a:solidFill>
            <a:srgbClr val="000000"/>
          </a:solidFill>
        </p:spPr>
        <p:txBody>
          <a:bodyPr wrap="square" lIns="0" tIns="0" rIns="0" bIns="0" rtlCol="0"/>
          <a:lstStyle/>
          <a:p>
            <a:endParaRPr/>
          </a:p>
        </p:txBody>
      </p:sp>
      <p:pic>
        <p:nvPicPr>
          <p:cNvPr id="76" name="bg object 76"/>
          <p:cNvPicPr/>
          <p:nvPr/>
        </p:nvPicPr>
        <p:blipFill>
          <a:blip r:embed="rId34" cstate="print"/>
          <a:stretch>
            <a:fillRect/>
          </a:stretch>
        </p:blipFill>
        <p:spPr>
          <a:xfrm>
            <a:off x="11152385" y="2987226"/>
            <a:ext cx="893727" cy="1075831"/>
          </a:xfrm>
          <a:prstGeom prst="rect">
            <a:avLst/>
          </a:prstGeom>
        </p:spPr>
      </p:pic>
      <p:pic>
        <p:nvPicPr>
          <p:cNvPr id="77" name="bg object 77"/>
          <p:cNvPicPr/>
          <p:nvPr/>
        </p:nvPicPr>
        <p:blipFill>
          <a:blip r:embed="rId35" cstate="print"/>
          <a:stretch>
            <a:fillRect/>
          </a:stretch>
        </p:blipFill>
        <p:spPr>
          <a:xfrm>
            <a:off x="15138474" y="2815415"/>
            <a:ext cx="1014905" cy="1037590"/>
          </a:xfrm>
          <a:prstGeom prst="rect">
            <a:avLst/>
          </a:prstGeom>
        </p:spPr>
      </p:pic>
      <p:pic>
        <p:nvPicPr>
          <p:cNvPr id="78" name="bg object 78"/>
          <p:cNvPicPr/>
          <p:nvPr/>
        </p:nvPicPr>
        <p:blipFill>
          <a:blip r:embed="rId36" cstate="print"/>
          <a:stretch>
            <a:fillRect/>
          </a:stretch>
        </p:blipFill>
        <p:spPr>
          <a:xfrm>
            <a:off x="13870874" y="2917225"/>
            <a:ext cx="854327" cy="941070"/>
          </a:xfrm>
          <a:prstGeom prst="rect">
            <a:avLst/>
          </a:prstGeom>
        </p:spPr>
      </p:pic>
      <p:sp>
        <p:nvSpPr>
          <p:cNvPr id="79" name="bg object 79"/>
          <p:cNvSpPr/>
          <p:nvPr/>
        </p:nvSpPr>
        <p:spPr>
          <a:xfrm>
            <a:off x="8219693" y="4265961"/>
            <a:ext cx="601980" cy="398145"/>
          </a:xfrm>
          <a:custGeom>
            <a:avLst/>
            <a:gdLst/>
            <a:ahLst/>
            <a:cxnLst/>
            <a:rect l="l" t="t" r="r" b="b"/>
            <a:pathLst>
              <a:path w="601979" h="398145">
                <a:moveTo>
                  <a:pt x="36907" y="397666"/>
                </a:moveTo>
                <a:lnTo>
                  <a:pt x="27558" y="397638"/>
                </a:lnTo>
                <a:lnTo>
                  <a:pt x="22445" y="397583"/>
                </a:lnTo>
                <a:lnTo>
                  <a:pt x="0" y="373372"/>
                </a:lnTo>
                <a:lnTo>
                  <a:pt x="757" y="363175"/>
                </a:lnTo>
                <a:lnTo>
                  <a:pt x="156270" y="144562"/>
                </a:lnTo>
                <a:lnTo>
                  <a:pt x="178369" y="136316"/>
                </a:lnTo>
                <a:lnTo>
                  <a:pt x="182305" y="136937"/>
                </a:lnTo>
                <a:lnTo>
                  <a:pt x="189897" y="139947"/>
                </a:lnTo>
                <a:lnTo>
                  <a:pt x="193190" y="142191"/>
                </a:lnTo>
                <a:lnTo>
                  <a:pt x="301397" y="257807"/>
                </a:lnTo>
                <a:lnTo>
                  <a:pt x="507176" y="54619"/>
                </a:lnTo>
                <a:lnTo>
                  <a:pt x="437693" y="54619"/>
                </a:lnTo>
                <a:lnTo>
                  <a:pt x="411043" y="30881"/>
                </a:lnTo>
                <a:lnTo>
                  <a:pt x="411043" y="23752"/>
                </a:lnTo>
                <a:lnTo>
                  <a:pt x="577843" y="0"/>
                </a:lnTo>
                <a:lnTo>
                  <a:pt x="581337" y="682"/>
                </a:lnTo>
                <a:lnTo>
                  <a:pt x="601621" y="23694"/>
                </a:lnTo>
                <a:lnTo>
                  <a:pt x="601618" y="163844"/>
                </a:lnTo>
                <a:lnTo>
                  <a:pt x="601708" y="167522"/>
                </a:lnTo>
                <a:lnTo>
                  <a:pt x="577995" y="191816"/>
                </a:lnTo>
                <a:lnTo>
                  <a:pt x="570637" y="191816"/>
                </a:lnTo>
                <a:lnTo>
                  <a:pt x="546925" y="167522"/>
                </a:lnTo>
                <a:lnTo>
                  <a:pt x="547014" y="163844"/>
                </a:lnTo>
                <a:lnTo>
                  <a:pt x="547014" y="92121"/>
                </a:lnTo>
                <a:lnTo>
                  <a:pt x="319828" y="316379"/>
                </a:lnTo>
                <a:lnTo>
                  <a:pt x="314422" y="321935"/>
                </a:lnTo>
                <a:lnTo>
                  <a:pt x="307846" y="324548"/>
                </a:lnTo>
                <a:lnTo>
                  <a:pt x="300101" y="324219"/>
                </a:lnTo>
                <a:lnTo>
                  <a:pt x="292408" y="324079"/>
                </a:lnTo>
                <a:lnTo>
                  <a:pt x="285939" y="321193"/>
                </a:lnTo>
                <a:lnTo>
                  <a:pt x="280694" y="315563"/>
                </a:lnTo>
                <a:lnTo>
                  <a:pt x="178828" y="206770"/>
                </a:lnTo>
                <a:lnTo>
                  <a:pt x="49748" y="386279"/>
                </a:lnTo>
                <a:lnTo>
                  <a:pt x="44304" y="393879"/>
                </a:lnTo>
                <a:lnTo>
                  <a:pt x="36907" y="397666"/>
                </a:lnTo>
                <a:close/>
              </a:path>
            </a:pathLst>
          </a:custGeom>
          <a:solidFill>
            <a:srgbClr val="000000"/>
          </a:solidFill>
        </p:spPr>
        <p:txBody>
          <a:bodyPr wrap="square" lIns="0" tIns="0" rIns="0" bIns="0" rtlCol="0"/>
          <a:lstStyle/>
          <a:p>
            <a:endParaRPr/>
          </a:p>
        </p:txBody>
      </p:sp>
      <p:sp>
        <p:nvSpPr>
          <p:cNvPr id="80" name="bg object 80"/>
          <p:cNvSpPr/>
          <p:nvPr/>
        </p:nvSpPr>
        <p:spPr>
          <a:xfrm>
            <a:off x="8110747" y="4975901"/>
            <a:ext cx="819150" cy="109220"/>
          </a:xfrm>
          <a:custGeom>
            <a:avLst/>
            <a:gdLst/>
            <a:ahLst/>
            <a:cxnLst/>
            <a:rect l="l" t="t" r="r" b="b"/>
            <a:pathLst>
              <a:path w="819150" h="109220">
                <a:moveTo>
                  <a:pt x="742611" y="109219"/>
                </a:moveTo>
                <a:lnTo>
                  <a:pt x="76538" y="109219"/>
                </a:lnTo>
                <a:lnTo>
                  <a:pt x="71213" y="108689"/>
                </a:lnTo>
                <a:lnTo>
                  <a:pt x="31958" y="92402"/>
                </a:lnTo>
                <a:lnTo>
                  <a:pt x="4200" y="53676"/>
                </a:lnTo>
                <a:lnTo>
                  <a:pt x="0" y="0"/>
                </a:lnTo>
                <a:lnTo>
                  <a:pt x="819150" y="0"/>
                </a:lnTo>
                <a:lnTo>
                  <a:pt x="816506" y="48557"/>
                </a:lnTo>
                <a:lnTo>
                  <a:pt x="791327" y="89006"/>
                </a:lnTo>
                <a:lnTo>
                  <a:pt x="747936" y="108689"/>
                </a:lnTo>
                <a:lnTo>
                  <a:pt x="742611" y="109219"/>
                </a:lnTo>
                <a:close/>
              </a:path>
            </a:pathLst>
          </a:custGeom>
          <a:solidFill>
            <a:srgbClr val="000000"/>
          </a:solidFill>
        </p:spPr>
        <p:txBody>
          <a:bodyPr wrap="square" lIns="0" tIns="0" rIns="0" bIns="0" rtlCol="0"/>
          <a:lstStyle/>
          <a:p>
            <a:endParaRPr/>
          </a:p>
        </p:txBody>
      </p:sp>
      <p:pic>
        <p:nvPicPr>
          <p:cNvPr id="81" name="bg object 81"/>
          <p:cNvPicPr/>
          <p:nvPr/>
        </p:nvPicPr>
        <p:blipFill>
          <a:blip r:embed="rId37" cstate="print"/>
          <a:stretch>
            <a:fillRect/>
          </a:stretch>
        </p:blipFill>
        <p:spPr>
          <a:xfrm>
            <a:off x="8165352" y="4757470"/>
            <a:ext cx="191140" cy="163825"/>
          </a:xfrm>
          <a:prstGeom prst="rect">
            <a:avLst/>
          </a:prstGeom>
        </p:spPr>
      </p:pic>
      <p:sp>
        <p:nvSpPr>
          <p:cNvPr id="82" name="bg object 82"/>
          <p:cNvSpPr/>
          <p:nvPr/>
        </p:nvSpPr>
        <p:spPr>
          <a:xfrm>
            <a:off x="8424760" y="4648241"/>
            <a:ext cx="191135" cy="273050"/>
          </a:xfrm>
          <a:custGeom>
            <a:avLst/>
            <a:gdLst/>
            <a:ahLst/>
            <a:cxnLst/>
            <a:rect l="l" t="t" r="r" b="b"/>
            <a:pathLst>
              <a:path w="191134" h="273050">
                <a:moveTo>
                  <a:pt x="191124" y="273055"/>
                </a:moveTo>
                <a:lnTo>
                  <a:pt x="0" y="273055"/>
                </a:lnTo>
                <a:lnTo>
                  <a:pt x="3" y="51035"/>
                </a:lnTo>
                <a:lnTo>
                  <a:pt x="18540" y="13482"/>
                </a:lnTo>
                <a:lnTo>
                  <a:pt x="54604" y="0"/>
                </a:lnTo>
                <a:lnTo>
                  <a:pt x="140104" y="4"/>
                </a:lnTo>
                <a:lnTo>
                  <a:pt x="177652" y="18552"/>
                </a:lnTo>
                <a:lnTo>
                  <a:pt x="191124" y="273055"/>
                </a:lnTo>
                <a:close/>
              </a:path>
            </a:pathLst>
          </a:custGeom>
          <a:solidFill>
            <a:srgbClr val="000000"/>
          </a:solidFill>
        </p:spPr>
        <p:txBody>
          <a:bodyPr wrap="square" lIns="0" tIns="0" rIns="0" bIns="0" rtlCol="0"/>
          <a:lstStyle/>
          <a:p>
            <a:endParaRPr/>
          </a:p>
        </p:txBody>
      </p:sp>
      <p:sp>
        <p:nvSpPr>
          <p:cNvPr id="83" name="bg object 83"/>
          <p:cNvSpPr/>
          <p:nvPr/>
        </p:nvSpPr>
        <p:spPr>
          <a:xfrm>
            <a:off x="8684152" y="4539031"/>
            <a:ext cx="191135" cy="382270"/>
          </a:xfrm>
          <a:custGeom>
            <a:avLst/>
            <a:gdLst/>
            <a:ahLst/>
            <a:cxnLst/>
            <a:rect l="l" t="t" r="r" b="b"/>
            <a:pathLst>
              <a:path w="191134" h="382270">
                <a:moveTo>
                  <a:pt x="191140" y="382264"/>
                </a:moveTo>
                <a:lnTo>
                  <a:pt x="0" y="382264"/>
                </a:lnTo>
                <a:lnTo>
                  <a:pt x="4" y="51020"/>
                </a:lnTo>
                <a:lnTo>
                  <a:pt x="18546" y="13477"/>
                </a:lnTo>
                <a:lnTo>
                  <a:pt x="54604" y="0"/>
                </a:lnTo>
                <a:lnTo>
                  <a:pt x="140104" y="3"/>
                </a:lnTo>
                <a:lnTo>
                  <a:pt x="177657" y="18540"/>
                </a:lnTo>
                <a:lnTo>
                  <a:pt x="191140" y="382264"/>
                </a:lnTo>
                <a:close/>
              </a:path>
            </a:pathLst>
          </a:custGeom>
          <a:solidFill>
            <a:srgbClr val="000000"/>
          </a:solidFill>
        </p:spPr>
        <p:txBody>
          <a:bodyPr wrap="square" lIns="0" tIns="0" rIns="0" bIns="0" rtlCol="0"/>
          <a:lstStyle/>
          <a:p>
            <a:endParaRPr/>
          </a:p>
        </p:txBody>
      </p:sp>
      <p:sp>
        <p:nvSpPr>
          <p:cNvPr id="84" name="bg object 84"/>
          <p:cNvSpPr/>
          <p:nvPr/>
        </p:nvSpPr>
        <p:spPr>
          <a:xfrm>
            <a:off x="6618217" y="4248507"/>
            <a:ext cx="798830" cy="914400"/>
          </a:xfrm>
          <a:custGeom>
            <a:avLst/>
            <a:gdLst/>
            <a:ahLst/>
            <a:cxnLst/>
            <a:rect l="l" t="t" r="r" b="b"/>
            <a:pathLst>
              <a:path w="798829" h="914400">
                <a:moveTo>
                  <a:pt x="530254" y="319507"/>
                </a:moveTo>
                <a:lnTo>
                  <a:pt x="479201" y="310521"/>
                </a:lnTo>
                <a:lnTo>
                  <a:pt x="454298" y="260289"/>
                </a:lnTo>
                <a:lnTo>
                  <a:pt x="435162" y="220422"/>
                </a:lnTo>
                <a:lnTo>
                  <a:pt x="407835" y="185975"/>
                </a:lnTo>
                <a:lnTo>
                  <a:pt x="373588" y="158232"/>
                </a:lnTo>
                <a:lnTo>
                  <a:pt x="381535" y="109253"/>
                </a:lnTo>
                <a:lnTo>
                  <a:pt x="404114" y="65398"/>
                </a:lnTo>
                <a:lnTo>
                  <a:pt x="438014" y="31378"/>
                </a:lnTo>
                <a:lnTo>
                  <a:pt x="480988" y="8714"/>
                </a:lnTo>
                <a:lnTo>
                  <a:pt x="530254" y="0"/>
                </a:lnTo>
                <a:lnTo>
                  <a:pt x="580254" y="8142"/>
                </a:lnTo>
                <a:lnTo>
                  <a:pt x="623675" y="30818"/>
                </a:lnTo>
                <a:lnTo>
                  <a:pt x="657913" y="65398"/>
                </a:lnTo>
                <a:lnTo>
                  <a:pt x="680364" y="109253"/>
                </a:lnTo>
                <a:lnTo>
                  <a:pt x="688426" y="159753"/>
                </a:lnTo>
                <a:lnTo>
                  <a:pt x="680364" y="210254"/>
                </a:lnTo>
                <a:lnTo>
                  <a:pt x="657913" y="254108"/>
                </a:lnTo>
                <a:lnTo>
                  <a:pt x="623675" y="288688"/>
                </a:lnTo>
                <a:lnTo>
                  <a:pt x="580254" y="311364"/>
                </a:lnTo>
                <a:lnTo>
                  <a:pt x="530254" y="319507"/>
                </a:lnTo>
                <a:close/>
              </a:path>
              <a:path w="798829" h="914400">
                <a:moveTo>
                  <a:pt x="269646" y="483825"/>
                </a:moveTo>
                <a:lnTo>
                  <a:pt x="219645" y="475682"/>
                </a:lnTo>
                <a:lnTo>
                  <a:pt x="176225" y="453006"/>
                </a:lnTo>
                <a:lnTo>
                  <a:pt x="141987" y="418427"/>
                </a:lnTo>
                <a:lnTo>
                  <a:pt x="119536" y="374572"/>
                </a:lnTo>
                <a:lnTo>
                  <a:pt x="111473" y="324071"/>
                </a:lnTo>
                <a:lnTo>
                  <a:pt x="119536" y="273571"/>
                </a:lnTo>
                <a:lnTo>
                  <a:pt x="141987" y="229716"/>
                </a:lnTo>
                <a:lnTo>
                  <a:pt x="176225" y="195136"/>
                </a:lnTo>
                <a:lnTo>
                  <a:pt x="219645" y="172461"/>
                </a:lnTo>
                <a:lnTo>
                  <a:pt x="269646" y="164318"/>
                </a:lnTo>
                <a:lnTo>
                  <a:pt x="319646" y="172461"/>
                </a:lnTo>
                <a:lnTo>
                  <a:pt x="363067" y="195136"/>
                </a:lnTo>
                <a:lnTo>
                  <a:pt x="397305" y="229716"/>
                </a:lnTo>
                <a:lnTo>
                  <a:pt x="419756" y="273571"/>
                </a:lnTo>
                <a:lnTo>
                  <a:pt x="427818" y="324071"/>
                </a:lnTo>
                <a:lnTo>
                  <a:pt x="419756" y="374572"/>
                </a:lnTo>
                <a:lnTo>
                  <a:pt x="397305" y="418427"/>
                </a:lnTo>
                <a:lnTo>
                  <a:pt x="363067" y="453006"/>
                </a:lnTo>
                <a:lnTo>
                  <a:pt x="319646" y="475682"/>
                </a:lnTo>
                <a:lnTo>
                  <a:pt x="269646" y="483825"/>
                </a:lnTo>
                <a:close/>
              </a:path>
              <a:path w="798829" h="914400">
                <a:moveTo>
                  <a:pt x="575446" y="748560"/>
                </a:moveTo>
                <a:lnTo>
                  <a:pt x="575446" y="698352"/>
                </a:lnTo>
                <a:lnTo>
                  <a:pt x="569630" y="645298"/>
                </a:lnTo>
                <a:lnTo>
                  <a:pt x="553017" y="596470"/>
                </a:lnTo>
                <a:lnTo>
                  <a:pt x="526864" y="553052"/>
                </a:lnTo>
                <a:lnTo>
                  <a:pt x="492426" y="516227"/>
                </a:lnTo>
                <a:lnTo>
                  <a:pt x="450958" y="487178"/>
                </a:lnTo>
                <a:lnTo>
                  <a:pt x="403716" y="467089"/>
                </a:lnTo>
                <a:lnTo>
                  <a:pt x="428171" y="438419"/>
                </a:lnTo>
                <a:lnTo>
                  <a:pt x="446837" y="405470"/>
                </a:lnTo>
                <a:lnTo>
                  <a:pt x="459006" y="369097"/>
                </a:lnTo>
                <a:lnTo>
                  <a:pt x="463972" y="330157"/>
                </a:lnTo>
                <a:lnTo>
                  <a:pt x="596535" y="330157"/>
                </a:lnTo>
                <a:lnTo>
                  <a:pt x="642817" y="335542"/>
                </a:lnTo>
                <a:lnTo>
                  <a:pt x="685304" y="350881"/>
                </a:lnTo>
                <a:lnTo>
                  <a:pt x="722784" y="374949"/>
                </a:lnTo>
                <a:lnTo>
                  <a:pt x="754045" y="406523"/>
                </a:lnTo>
                <a:lnTo>
                  <a:pt x="777875" y="444378"/>
                </a:lnTo>
                <a:lnTo>
                  <a:pt x="793023" y="487178"/>
                </a:lnTo>
                <a:lnTo>
                  <a:pt x="798394" y="534033"/>
                </a:lnTo>
                <a:lnTo>
                  <a:pt x="798394" y="698352"/>
                </a:lnTo>
                <a:lnTo>
                  <a:pt x="796888" y="698352"/>
                </a:lnTo>
                <a:lnTo>
                  <a:pt x="786343" y="704438"/>
                </a:lnTo>
                <a:lnTo>
                  <a:pt x="769913" y="711332"/>
                </a:lnTo>
                <a:lnTo>
                  <a:pt x="728346" y="725358"/>
                </a:lnTo>
                <a:lnTo>
                  <a:pt x="663053" y="739954"/>
                </a:lnTo>
                <a:lnTo>
                  <a:pt x="575446" y="748560"/>
                </a:lnTo>
                <a:close/>
              </a:path>
              <a:path w="798829" h="914400">
                <a:moveTo>
                  <a:pt x="284710" y="914400"/>
                </a:moveTo>
                <a:lnTo>
                  <a:pt x="245571" y="913456"/>
                </a:lnTo>
                <a:lnTo>
                  <a:pt x="203587" y="910399"/>
                </a:lnTo>
                <a:lnTo>
                  <a:pt x="158925" y="904890"/>
                </a:lnTo>
                <a:lnTo>
                  <a:pt x="111752" y="896593"/>
                </a:lnTo>
                <a:lnTo>
                  <a:pt x="62236" y="885168"/>
                </a:lnTo>
                <a:lnTo>
                  <a:pt x="0" y="867234"/>
                </a:lnTo>
                <a:lnTo>
                  <a:pt x="0" y="698352"/>
                </a:lnTo>
                <a:lnTo>
                  <a:pt x="5331" y="651608"/>
                </a:lnTo>
                <a:lnTo>
                  <a:pt x="20518" y="608696"/>
                </a:lnTo>
                <a:lnTo>
                  <a:pt x="44349" y="570841"/>
                </a:lnTo>
                <a:lnTo>
                  <a:pt x="75610" y="539268"/>
                </a:lnTo>
                <a:lnTo>
                  <a:pt x="113090" y="515199"/>
                </a:lnTo>
                <a:lnTo>
                  <a:pt x="155578" y="499860"/>
                </a:lnTo>
                <a:lnTo>
                  <a:pt x="201859" y="494475"/>
                </a:lnTo>
                <a:lnTo>
                  <a:pt x="335928" y="494475"/>
                </a:lnTo>
                <a:lnTo>
                  <a:pt x="382205" y="499860"/>
                </a:lnTo>
                <a:lnTo>
                  <a:pt x="424661" y="515199"/>
                </a:lnTo>
                <a:lnTo>
                  <a:pt x="462057" y="539268"/>
                </a:lnTo>
                <a:lnTo>
                  <a:pt x="493156" y="570841"/>
                </a:lnTo>
                <a:lnTo>
                  <a:pt x="516718" y="608696"/>
                </a:lnTo>
                <a:lnTo>
                  <a:pt x="531506" y="651608"/>
                </a:lnTo>
                <a:lnTo>
                  <a:pt x="536279" y="698352"/>
                </a:lnTo>
                <a:lnTo>
                  <a:pt x="536279" y="862670"/>
                </a:lnTo>
                <a:lnTo>
                  <a:pt x="534773" y="862670"/>
                </a:lnTo>
                <a:lnTo>
                  <a:pt x="524228" y="868756"/>
                </a:lnTo>
                <a:lnTo>
                  <a:pt x="511177" y="874671"/>
                </a:lnTo>
                <a:lnTo>
                  <a:pt x="479831" y="886137"/>
                </a:lnTo>
                <a:lnTo>
                  <a:pt x="431060" y="899209"/>
                </a:lnTo>
                <a:lnTo>
                  <a:pt x="365730" y="909945"/>
                </a:lnTo>
                <a:lnTo>
                  <a:pt x="284710" y="914400"/>
                </a:lnTo>
                <a:close/>
              </a:path>
            </a:pathLst>
          </a:custGeom>
          <a:solidFill>
            <a:srgbClr val="000000"/>
          </a:solidFill>
        </p:spPr>
        <p:txBody>
          <a:bodyPr wrap="square" lIns="0" tIns="0" rIns="0" bIns="0" rtlCol="0"/>
          <a:lstStyle/>
          <a:p>
            <a:endParaRPr/>
          </a:p>
        </p:txBody>
      </p:sp>
      <p:sp>
        <p:nvSpPr>
          <p:cNvPr id="85" name="bg object 85"/>
          <p:cNvSpPr/>
          <p:nvPr/>
        </p:nvSpPr>
        <p:spPr>
          <a:xfrm>
            <a:off x="8110741" y="6987285"/>
            <a:ext cx="1019175" cy="716280"/>
          </a:xfrm>
          <a:custGeom>
            <a:avLst/>
            <a:gdLst/>
            <a:ahLst/>
            <a:cxnLst/>
            <a:rect l="l" t="t" r="r" b="b"/>
            <a:pathLst>
              <a:path w="1019175" h="716279">
                <a:moveTo>
                  <a:pt x="344716" y="365417"/>
                </a:moveTo>
                <a:lnTo>
                  <a:pt x="0" y="52209"/>
                </a:lnTo>
                <a:lnTo>
                  <a:pt x="0" y="671169"/>
                </a:lnTo>
                <a:lnTo>
                  <a:pt x="344716" y="365417"/>
                </a:lnTo>
                <a:close/>
              </a:path>
              <a:path w="1019175" h="716279">
                <a:moveTo>
                  <a:pt x="1011682" y="693534"/>
                </a:moveTo>
                <a:lnTo>
                  <a:pt x="636981" y="395249"/>
                </a:lnTo>
                <a:lnTo>
                  <a:pt x="509587" y="499643"/>
                </a:lnTo>
                <a:lnTo>
                  <a:pt x="382193" y="395249"/>
                </a:lnTo>
                <a:lnTo>
                  <a:pt x="7493" y="701001"/>
                </a:lnTo>
                <a:lnTo>
                  <a:pt x="30911" y="711250"/>
                </a:lnTo>
                <a:lnTo>
                  <a:pt x="44373" y="714629"/>
                </a:lnTo>
                <a:lnTo>
                  <a:pt x="59956" y="715911"/>
                </a:lnTo>
                <a:lnTo>
                  <a:pt x="959218" y="715911"/>
                </a:lnTo>
                <a:lnTo>
                  <a:pt x="974801" y="714514"/>
                </a:lnTo>
                <a:lnTo>
                  <a:pt x="988263" y="710311"/>
                </a:lnTo>
                <a:lnTo>
                  <a:pt x="1000328" y="703326"/>
                </a:lnTo>
                <a:lnTo>
                  <a:pt x="1011682" y="693534"/>
                </a:lnTo>
                <a:close/>
              </a:path>
              <a:path w="1019175" h="716279">
                <a:moveTo>
                  <a:pt x="1011682" y="22377"/>
                </a:moveTo>
                <a:lnTo>
                  <a:pt x="1000328" y="12585"/>
                </a:lnTo>
                <a:lnTo>
                  <a:pt x="988263" y="5600"/>
                </a:lnTo>
                <a:lnTo>
                  <a:pt x="974801" y="1397"/>
                </a:lnTo>
                <a:lnTo>
                  <a:pt x="959218" y="0"/>
                </a:lnTo>
                <a:lnTo>
                  <a:pt x="59956" y="0"/>
                </a:lnTo>
                <a:lnTo>
                  <a:pt x="44373" y="1397"/>
                </a:lnTo>
                <a:lnTo>
                  <a:pt x="30911" y="5600"/>
                </a:lnTo>
                <a:lnTo>
                  <a:pt x="18846" y="12585"/>
                </a:lnTo>
                <a:lnTo>
                  <a:pt x="7493" y="22377"/>
                </a:lnTo>
                <a:lnTo>
                  <a:pt x="509587" y="365417"/>
                </a:lnTo>
                <a:lnTo>
                  <a:pt x="1011682" y="22377"/>
                </a:lnTo>
                <a:close/>
              </a:path>
              <a:path w="1019175" h="716279">
                <a:moveTo>
                  <a:pt x="1019175" y="52209"/>
                </a:moveTo>
                <a:lnTo>
                  <a:pt x="674458" y="365417"/>
                </a:lnTo>
                <a:lnTo>
                  <a:pt x="1019175" y="671169"/>
                </a:lnTo>
                <a:lnTo>
                  <a:pt x="1019175" y="52209"/>
                </a:lnTo>
                <a:close/>
              </a:path>
            </a:pathLst>
          </a:custGeom>
          <a:solidFill>
            <a:srgbClr val="000000"/>
          </a:solidFill>
        </p:spPr>
        <p:txBody>
          <a:bodyPr wrap="square" lIns="0" tIns="0" rIns="0" bIns="0" rtlCol="0"/>
          <a:lstStyle/>
          <a:p>
            <a:endParaRPr/>
          </a:p>
        </p:txBody>
      </p:sp>
      <p:sp>
        <p:nvSpPr>
          <p:cNvPr id="86" name="bg object 86"/>
          <p:cNvSpPr/>
          <p:nvPr/>
        </p:nvSpPr>
        <p:spPr>
          <a:xfrm>
            <a:off x="6433096" y="6941642"/>
            <a:ext cx="1047750" cy="770255"/>
          </a:xfrm>
          <a:custGeom>
            <a:avLst/>
            <a:gdLst/>
            <a:ahLst/>
            <a:cxnLst/>
            <a:rect l="l" t="t" r="r" b="b"/>
            <a:pathLst>
              <a:path w="1047750" h="770254">
                <a:moveTo>
                  <a:pt x="1012812" y="585914"/>
                </a:moveTo>
                <a:lnTo>
                  <a:pt x="963930" y="612546"/>
                </a:lnTo>
                <a:lnTo>
                  <a:pt x="910170" y="627341"/>
                </a:lnTo>
                <a:lnTo>
                  <a:pt x="873112" y="630174"/>
                </a:lnTo>
                <a:lnTo>
                  <a:pt x="558787" y="630174"/>
                </a:lnTo>
                <a:lnTo>
                  <a:pt x="558787" y="647661"/>
                </a:lnTo>
                <a:lnTo>
                  <a:pt x="533095" y="682612"/>
                </a:lnTo>
                <a:lnTo>
                  <a:pt x="528574" y="683526"/>
                </a:lnTo>
                <a:lnTo>
                  <a:pt x="519163" y="683526"/>
                </a:lnTo>
                <a:lnTo>
                  <a:pt x="489635" y="656932"/>
                </a:lnTo>
                <a:lnTo>
                  <a:pt x="488823" y="652386"/>
                </a:lnTo>
                <a:lnTo>
                  <a:pt x="488937" y="647661"/>
                </a:lnTo>
                <a:lnTo>
                  <a:pt x="488937" y="630174"/>
                </a:lnTo>
                <a:lnTo>
                  <a:pt x="174612" y="630174"/>
                </a:lnTo>
                <a:lnTo>
                  <a:pt x="155981" y="629462"/>
                </a:lnTo>
                <a:lnTo>
                  <a:pt x="101371" y="618858"/>
                </a:lnTo>
                <a:lnTo>
                  <a:pt x="50584" y="596087"/>
                </a:lnTo>
                <a:lnTo>
                  <a:pt x="34925" y="585914"/>
                </a:lnTo>
                <a:lnTo>
                  <a:pt x="34937" y="672058"/>
                </a:lnTo>
                <a:lnTo>
                  <a:pt x="45567" y="711708"/>
                </a:lnTo>
                <a:lnTo>
                  <a:pt x="70510" y="744270"/>
                </a:lnTo>
                <a:lnTo>
                  <a:pt x="105981" y="764806"/>
                </a:lnTo>
                <a:lnTo>
                  <a:pt x="132829" y="770191"/>
                </a:lnTo>
                <a:lnTo>
                  <a:pt x="914920" y="770191"/>
                </a:lnTo>
                <a:lnTo>
                  <a:pt x="954468" y="759523"/>
                </a:lnTo>
                <a:lnTo>
                  <a:pt x="986967" y="734529"/>
                </a:lnTo>
                <a:lnTo>
                  <a:pt x="1007452" y="698969"/>
                </a:lnTo>
                <a:lnTo>
                  <a:pt x="1012812" y="672058"/>
                </a:lnTo>
                <a:lnTo>
                  <a:pt x="1012812" y="585914"/>
                </a:lnTo>
                <a:close/>
              </a:path>
              <a:path w="1047750" h="770254">
                <a:moveTo>
                  <a:pt x="1047750" y="170395"/>
                </a:moveTo>
                <a:lnTo>
                  <a:pt x="1021880" y="140919"/>
                </a:lnTo>
                <a:lnTo>
                  <a:pt x="1017435" y="140042"/>
                </a:lnTo>
                <a:lnTo>
                  <a:pt x="768337" y="140042"/>
                </a:lnTo>
                <a:lnTo>
                  <a:pt x="768324" y="98132"/>
                </a:lnTo>
                <a:lnTo>
                  <a:pt x="757694" y="58483"/>
                </a:lnTo>
                <a:lnTo>
                  <a:pt x="732751" y="25908"/>
                </a:lnTo>
                <a:lnTo>
                  <a:pt x="698487" y="5880"/>
                </a:lnTo>
                <a:lnTo>
                  <a:pt x="698487" y="100380"/>
                </a:lnTo>
                <a:lnTo>
                  <a:pt x="698487" y="140042"/>
                </a:lnTo>
                <a:lnTo>
                  <a:pt x="349250" y="140042"/>
                </a:lnTo>
                <a:lnTo>
                  <a:pt x="349262" y="100380"/>
                </a:lnTo>
                <a:lnTo>
                  <a:pt x="375081" y="70904"/>
                </a:lnTo>
                <a:lnTo>
                  <a:pt x="379539" y="70015"/>
                </a:lnTo>
                <a:lnTo>
                  <a:pt x="668185" y="70015"/>
                </a:lnTo>
                <a:lnTo>
                  <a:pt x="697598" y="95923"/>
                </a:lnTo>
                <a:lnTo>
                  <a:pt x="698487" y="100380"/>
                </a:lnTo>
                <a:lnTo>
                  <a:pt x="698487" y="5880"/>
                </a:lnTo>
                <a:lnTo>
                  <a:pt x="697280" y="5372"/>
                </a:lnTo>
                <a:lnTo>
                  <a:pt x="690740" y="3378"/>
                </a:lnTo>
                <a:lnTo>
                  <a:pt x="677252" y="685"/>
                </a:lnTo>
                <a:lnTo>
                  <a:pt x="670433" y="0"/>
                </a:lnTo>
                <a:lnTo>
                  <a:pt x="377304" y="0"/>
                </a:lnTo>
                <a:lnTo>
                  <a:pt x="337756" y="10655"/>
                </a:lnTo>
                <a:lnTo>
                  <a:pt x="305257" y="35661"/>
                </a:lnTo>
                <a:lnTo>
                  <a:pt x="284759" y="71221"/>
                </a:lnTo>
                <a:lnTo>
                  <a:pt x="279387" y="140042"/>
                </a:lnTo>
                <a:lnTo>
                  <a:pt x="30302" y="140042"/>
                </a:lnTo>
                <a:lnTo>
                  <a:pt x="889" y="165925"/>
                </a:lnTo>
                <a:lnTo>
                  <a:pt x="0" y="170395"/>
                </a:lnTo>
                <a:lnTo>
                  <a:pt x="0" y="385089"/>
                </a:lnTo>
                <a:lnTo>
                  <a:pt x="5270" y="427621"/>
                </a:lnTo>
                <a:lnTo>
                  <a:pt x="20675" y="467563"/>
                </a:lnTo>
                <a:lnTo>
                  <a:pt x="45288" y="502577"/>
                </a:lnTo>
                <a:lnTo>
                  <a:pt x="77647" y="530567"/>
                </a:lnTo>
                <a:lnTo>
                  <a:pt x="115824" y="549859"/>
                </a:lnTo>
                <a:lnTo>
                  <a:pt x="157505" y="559269"/>
                </a:lnTo>
                <a:lnTo>
                  <a:pt x="174612" y="560133"/>
                </a:lnTo>
                <a:lnTo>
                  <a:pt x="488937" y="560133"/>
                </a:lnTo>
                <a:lnTo>
                  <a:pt x="488823" y="537921"/>
                </a:lnTo>
                <a:lnTo>
                  <a:pt x="489635" y="533374"/>
                </a:lnTo>
                <a:lnTo>
                  <a:pt x="519163" y="506768"/>
                </a:lnTo>
                <a:lnTo>
                  <a:pt x="528574" y="506768"/>
                </a:lnTo>
                <a:lnTo>
                  <a:pt x="558088" y="533374"/>
                </a:lnTo>
                <a:lnTo>
                  <a:pt x="558901" y="537921"/>
                </a:lnTo>
                <a:lnTo>
                  <a:pt x="558787" y="560133"/>
                </a:lnTo>
                <a:lnTo>
                  <a:pt x="873112" y="560133"/>
                </a:lnTo>
                <a:lnTo>
                  <a:pt x="915530" y="554850"/>
                </a:lnTo>
                <a:lnTo>
                  <a:pt x="955395" y="539407"/>
                </a:lnTo>
                <a:lnTo>
                  <a:pt x="990320" y="514743"/>
                </a:lnTo>
                <a:lnTo>
                  <a:pt x="998461" y="506768"/>
                </a:lnTo>
                <a:lnTo>
                  <a:pt x="1002449" y="502577"/>
                </a:lnTo>
                <a:lnTo>
                  <a:pt x="1027061" y="467563"/>
                </a:lnTo>
                <a:lnTo>
                  <a:pt x="1042466" y="427621"/>
                </a:lnTo>
                <a:lnTo>
                  <a:pt x="1047750" y="385089"/>
                </a:lnTo>
                <a:lnTo>
                  <a:pt x="1047750" y="170395"/>
                </a:lnTo>
                <a:close/>
              </a:path>
            </a:pathLst>
          </a:custGeom>
          <a:solidFill>
            <a:srgbClr val="000000"/>
          </a:solidFill>
        </p:spPr>
        <p:txBody>
          <a:bodyPr wrap="square" lIns="0" tIns="0" rIns="0" bIns="0" rtlCol="0"/>
          <a:lstStyle/>
          <a:p>
            <a:endParaRPr/>
          </a:p>
        </p:txBody>
      </p:sp>
      <p:sp>
        <p:nvSpPr>
          <p:cNvPr id="87" name="bg object 87"/>
          <p:cNvSpPr/>
          <p:nvPr/>
        </p:nvSpPr>
        <p:spPr>
          <a:xfrm>
            <a:off x="5259933" y="4352899"/>
            <a:ext cx="771525" cy="942975"/>
          </a:xfrm>
          <a:custGeom>
            <a:avLst/>
            <a:gdLst/>
            <a:ahLst/>
            <a:cxnLst/>
            <a:rect l="l" t="t" r="r" b="b"/>
            <a:pathLst>
              <a:path w="771525" h="942975">
                <a:moveTo>
                  <a:pt x="278599" y="685800"/>
                </a:moveTo>
                <a:lnTo>
                  <a:pt x="171450" y="685800"/>
                </a:lnTo>
                <a:lnTo>
                  <a:pt x="171450" y="771525"/>
                </a:lnTo>
                <a:lnTo>
                  <a:pt x="278599" y="771525"/>
                </a:lnTo>
                <a:lnTo>
                  <a:pt x="278599" y="685800"/>
                </a:lnTo>
                <a:close/>
              </a:path>
              <a:path w="771525" h="942975">
                <a:moveTo>
                  <a:pt x="278599" y="385762"/>
                </a:moveTo>
                <a:lnTo>
                  <a:pt x="171450" y="385762"/>
                </a:lnTo>
                <a:lnTo>
                  <a:pt x="171450" y="471487"/>
                </a:lnTo>
                <a:lnTo>
                  <a:pt x="278599" y="471487"/>
                </a:lnTo>
                <a:lnTo>
                  <a:pt x="278599" y="385762"/>
                </a:lnTo>
                <a:close/>
              </a:path>
              <a:path w="771525" h="942975">
                <a:moveTo>
                  <a:pt x="771512" y="171450"/>
                </a:moveTo>
                <a:lnTo>
                  <a:pt x="759307" y="125006"/>
                </a:lnTo>
                <a:lnTo>
                  <a:pt x="730135" y="89331"/>
                </a:lnTo>
                <a:lnTo>
                  <a:pt x="690892" y="62077"/>
                </a:lnTo>
                <a:lnTo>
                  <a:pt x="685787" y="59524"/>
                </a:lnTo>
                <a:lnTo>
                  <a:pt x="685787" y="170357"/>
                </a:lnTo>
                <a:lnTo>
                  <a:pt x="685787" y="171450"/>
                </a:lnTo>
                <a:lnTo>
                  <a:pt x="685787" y="771525"/>
                </a:lnTo>
                <a:lnTo>
                  <a:pt x="685355" y="778802"/>
                </a:lnTo>
                <a:lnTo>
                  <a:pt x="649287" y="805942"/>
                </a:lnTo>
                <a:lnTo>
                  <a:pt x="613168" y="822325"/>
                </a:lnTo>
                <a:lnTo>
                  <a:pt x="576707" y="834034"/>
                </a:lnTo>
                <a:lnTo>
                  <a:pt x="535063" y="843699"/>
                </a:lnTo>
                <a:lnTo>
                  <a:pt x="488924" y="851014"/>
                </a:lnTo>
                <a:lnTo>
                  <a:pt x="438937" y="855637"/>
                </a:lnTo>
                <a:lnTo>
                  <a:pt x="385762" y="857250"/>
                </a:lnTo>
                <a:lnTo>
                  <a:pt x="332587" y="855637"/>
                </a:lnTo>
                <a:lnTo>
                  <a:pt x="282600" y="851014"/>
                </a:lnTo>
                <a:lnTo>
                  <a:pt x="236448" y="843699"/>
                </a:lnTo>
                <a:lnTo>
                  <a:pt x="194818" y="834034"/>
                </a:lnTo>
                <a:lnTo>
                  <a:pt x="158343" y="822325"/>
                </a:lnTo>
                <a:lnTo>
                  <a:pt x="122224" y="805942"/>
                </a:lnTo>
                <a:lnTo>
                  <a:pt x="86169" y="778802"/>
                </a:lnTo>
                <a:lnTo>
                  <a:pt x="85725" y="772617"/>
                </a:lnTo>
                <a:lnTo>
                  <a:pt x="85725" y="583425"/>
                </a:lnTo>
                <a:lnTo>
                  <a:pt x="103581" y="592378"/>
                </a:lnTo>
                <a:lnTo>
                  <a:pt x="128244" y="602551"/>
                </a:lnTo>
                <a:lnTo>
                  <a:pt x="171678" y="616534"/>
                </a:lnTo>
                <a:lnTo>
                  <a:pt x="219900" y="627773"/>
                </a:lnTo>
                <a:lnTo>
                  <a:pt x="272161" y="636066"/>
                </a:lnTo>
                <a:lnTo>
                  <a:pt x="327698" y="641184"/>
                </a:lnTo>
                <a:lnTo>
                  <a:pt x="385762" y="642937"/>
                </a:lnTo>
                <a:lnTo>
                  <a:pt x="443826" y="641184"/>
                </a:lnTo>
                <a:lnTo>
                  <a:pt x="499364" y="636066"/>
                </a:lnTo>
                <a:lnTo>
                  <a:pt x="551611" y="627773"/>
                </a:lnTo>
                <a:lnTo>
                  <a:pt x="599833" y="616534"/>
                </a:lnTo>
                <a:lnTo>
                  <a:pt x="643267" y="602551"/>
                </a:lnTo>
                <a:lnTo>
                  <a:pt x="685787" y="583425"/>
                </a:lnTo>
                <a:lnTo>
                  <a:pt x="685787" y="471487"/>
                </a:lnTo>
                <a:lnTo>
                  <a:pt x="685355" y="478764"/>
                </a:lnTo>
                <a:lnTo>
                  <a:pt x="673277" y="489470"/>
                </a:lnTo>
                <a:lnTo>
                  <a:pt x="632777" y="514184"/>
                </a:lnTo>
                <a:lnTo>
                  <a:pt x="576707" y="533996"/>
                </a:lnTo>
                <a:lnTo>
                  <a:pt x="535063" y="543661"/>
                </a:lnTo>
                <a:lnTo>
                  <a:pt x="488924" y="550976"/>
                </a:lnTo>
                <a:lnTo>
                  <a:pt x="438937" y="555599"/>
                </a:lnTo>
                <a:lnTo>
                  <a:pt x="385762" y="557212"/>
                </a:lnTo>
                <a:lnTo>
                  <a:pt x="332587" y="555599"/>
                </a:lnTo>
                <a:lnTo>
                  <a:pt x="282600" y="550976"/>
                </a:lnTo>
                <a:lnTo>
                  <a:pt x="236448" y="543661"/>
                </a:lnTo>
                <a:lnTo>
                  <a:pt x="194818" y="533996"/>
                </a:lnTo>
                <a:lnTo>
                  <a:pt x="158343" y="522287"/>
                </a:lnTo>
                <a:lnTo>
                  <a:pt x="122224" y="505904"/>
                </a:lnTo>
                <a:lnTo>
                  <a:pt x="86169" y="478764"/>
                </a:lnTo>
                <a:lnTo>
                  <a:pt x="85725" y="472579"/>
                </a:lnTo>
                <a:lnTo>
                  <a:pt x="85725" y="283387"/>
                </a:lnTo>
                <a:lnTo>
                  <a:pt x="103581" y="292341"/>
                </a:lnTo>
                <a:lnTo>
                  <a:pt x="128244" y="302514"/>
                </a:lnTo>
                <a:lnTo>
                  <a:pt x="171678" y="316496"/>
                </a:lnTo>
                <a:lnTo>
                  <a:pt x="219900" y="327748"/>
                </a:lnTo>
                <a:lnTo>
                  <a:pt x="272161" y="336029"/>
                </a:lnTo>
                <a:lnTo>
                  <a:pt x="327698" y="341147"/>
                </a:lnTo>
                <a:lnTo>
                  <a:pt x="385762" y="342900"/>
                </a:lnTo>
                <a:lnTo>
                  <a:pt x="443826" y="341147"/>
                </a:lnTo>
                <a:lnTo>
                  <a:pt x="499364" y="336029"/>
                </a:lnTo>
                <a:lnTo>
                  <a:pt x="551611" y="327748"/>
                </a:lnTo>
                <a:lnTo>
                  <a:pt x="599833" y="316496"/>
                </a:lnTo>
                <a:lnTo>
                  <a:pt x="643267" y="302514"/>
                </a:lnTo>
                <a:lnTo>
                  <a:pt x="685787" y="283387"/>
                </a:lnTo>
                <a:lnTo>
                  <a:pt x="685787" y="172542"/>
                </a:lnTo>
                <a:lnTo>
                  <a:pt x="685355" y="178714"/>
                </a:lnTo>
                <a:lnTo>
                  <a:pt x="673277" y="189433"/>
                </a:lnTo>
                <a:lnTo>
                  <a:pt x="632777" y="214147"/>
                </a:lnTo>
                <a:lnTo>
                  <a:pt x="576707" y="233959"/>
                </a:lnTo>
                <a:lnTo>
                  <a:pt x="535063" y="243624"/>
                </a:lnTo>
                <a:lnTo>
                  <a:pt x="488924" y="250939"/>
                </a:lnTo>
                <a:lnTo>
                  <a:pt x="438937" y="255562"/>
                </a:lnTo>
                <a:lnTo>
                  <a:pt x="385762" y="257175"/>
                </a:lnTo>
                <a:lnTo>
                  <a:pt x="332587" y="255562"/>
                </a:lnTo>
                <a:lnTo>
                  <a:pt x="282600" y="250939"/>
                </a:lnTo>
                <a:lnTo>
                  <a:pt x="236448" y="243624"/>
                </a:lnTo>
                <a:lnTo>
                  <a:pt x="194818" y="233959"/>
                </a:lnTo>
                <a:lnTo>
                  <a:pt x="158343" y="222250"/>
                </a:lnTo>
                <a:lnTo>
                  <a:pt x="122224" y="205867"/>
                </a:lnTo>
                <a:lnTo>
                  <a:pt x="86169" y="178714"/>
                </a:lnTo>
                <a:lnTo>
                  <a:pt x="85725" y="172542"/>
                </a:lnTo>
                <a:lnTo>
                  <a:pt x="85725" y="171450"/>
                </a:lnTo>
                <a:lnTo>
                  <a:pt x="85725" y="170357"/>
                </a:lnTo>
                <a:lnTo>
                  <a:pt x="122224" y="137033"/>
                </a:lnTo>
                <a:lnTo>
                  <a:pt x="158343" y="120662"/>
                </a:lnTo>
                <a:lnTo>
                  <a:pt x="194818" y="108953"/>
                </a:lnTo>
                <a:lnTo>
                  <a:pt x="236448" y="99275"/>
                </a:lnTo>
                <a:lnTo>
                  <a:pt x="282600" y="91960"/>
                </a:lnTo>
                <a:lnTo>
                  <a:pt x="332587" y="87337"/>
                </a:lnTo>
                <a:lnTo>
                  <a:pt x="385762" y="85725"/>
                </a:lnTo>
                <a:lnTo>
                  <a:pt x="438937" y="87337"/>
                </a:lnTo>
                <a:lnTo>
                  <a:pt x="488924" y="91960"/>
                </a:lnTo>
                <a:lnTo>
                  <a:pt x="535063" y="99275"/>
                </a:lnTo>
                <a:lnTo>
                  <a:pt x="576707" y="108953"/>
                </a:lnTo>
                <a:lnTo>
                  <a:pt x="613168" y="120662"/>
                </a:lnTo>
                <a:lnTo>
                  <a:pt x="649287" y="137033"/>
                </a:lnTo>
                <a:lnTo>
                  <a:pt x="685355" y="164185"/>
                </a:lnTo>
                <a:lnTo>
                  <a:pt x="685787" y="170357"/>
                </a:lnTo>
                <a:lnTo>
                  <a:pt x="685787" y="59524"/>
                </a:lnTo>
                <a:lnTo>
                  <a:pt x="643267" y="40398"/>
                </a:lnTo>
                <a:lnTo>
                  <a:pt x="599833" y="26403"/>
                </a:lnTo>
                <a:lnTo>
                  <a:pt x="551611" y="15163"/>
                </a:lnTo>
                <a:lnTo>
                  <a:pt x="499364" y="6870"/>
                </a:lnTo>
                <a:lnTo>
                  <a:pt x="443826" y="1752"/>
                </a:lnTo>
                <a:lnTo>
                  <a:pt x="385762" y="0"/>
                </a:lnTo>
                <a:lnTo>
                  <a:pt x="327698" y="1752"/>
                </a:lnTo>
                <a:lnTo>
                  <a:pt x="272161" y="6870"/>
                </a:lnTo>
                <a:lnTo>
                  <a:pt x="219900" y="15163"/>
                </a:lnTo>
                <a:lnTo>
                  <a:pt x="171678" y="26403"/>
                </a:lnTo>
                <a:lnTo>
                  <a:pt x="128244" y="40398"/>
                </a:lnTo>
                <a:lnTo>
                  <a:pt x="80619" y="62077"/>
                </a:lnTo>
                <a:lnTo>
                  <a:pt x="41376" y="89331"/>
                </a:lnTo>
                <a:lnTo>
                  <a:pt x="12204" y="125006"/>
                </a:lnTo>
                <a:lnTo>
                  <a:pt x="0" y="171450"/>
                </a:lnTo>
                <a:lnTo>
                  <a:pt x="0" y="471487"/>
                </a:lnTo>
                <a:lnTo>
                  <a:pt x="0" y="771525"/>
                </a:lnTo>
                <a:lnTo>
                  <a:pt x="12204" y="817968"/>
                </a:lnTo>
                <a:lnTo>
                  <a:pt x="41376" y="853655"/>
                </a:lnTo>
                <a:lnTo>
                  <a:pt x="80619" y="880897"/>
                </a:lnTo>
                <a:lnTo>
                  <a:pt x="128244" y="902589"/>
                </a:lnTo>
                <a:lnTo>
                  <a:pt x="171678" y="916571"/>
                </a:lnTo>
                <a:lnTo>
                  <a:pt x="219900" y="927811"/>
                </a:lnTo>
                <a:lnTo>
                  <a:pt x="272161" y="936104"/>
                </a:lnTo>
                <a:lnTo>
                  <a:pt x="327698" y="941222"/>
                </a:lnTo>
                <a:lnTo>
                  <a:pt x="385762" y="942975"/>
                </a:lnTo>
                <a:lnTo>
                  <a:pt x="443826" y="941222"/>
                </a:lnTo>
                <a:lnTo>
                  <a:pt x="499364" y="936104"/>
                </a:lnTo>
                <a:lnTo>
                  <a:pt x="551611" y="927811"/>
                </a:lnTo>
                <a:lnTo>
                  <a:pt x="599833" y="916571"/>
                </a:lnTo>
                <a:lnTo>
                  <a:pt x="643267" y="902589"/>
                </a:lnTo>
                <a:lnTo>
                  <a:pt x="690892" y="880897"/>
                </a:lnTo>
                <a:lnTo>
                  <a:pt x="730135" y="853655"/>
                </a:lnTo>
                <a:lnTo>
                  <a:pt x="759307" y="817968"/>
                </a:lnTo>
                <a:lnTo>
                  <a:pt x="771512" y="771525"/>
                </a:lnTo>
                <a:lnTo>
                  <a:pt x="771512" y="471487"/>
                </a:lnTo>
                <a:lnTo>
                  <a:pt x="771512" y="171450"/>
                </a:lnTo>
                <a:close/>
              </a:path>
            </a:pathLst>
          </a:custGeom>
          <a:solidFill>
            <a:srgbClr val="000000"/>
          </a:solidFill>
        </p:spPr>
        <p:txBody>
          <a:bodyPr wrap="square" lIns="0" tIns="0" rIns="0" bIns="0" rtlCol="0"/>
          <a:lstStyle/>
          <a:p>
            <a:endParaRPr/>
          </a:p>
        </p:txBody>
      </p:sp>
      <p:sp>
        <p:nvSpPr>
          <p:cNvPr id="88" name="bg object 88"/>
          <p:cNvSpPr/>
          <p:nvPr/>
        </p:nvSpPr>
        <p:spPr>
          <a:xfrm>
            <a:off x="3521227" y="4448568"/>
            <a:ext cx="1137920" cy="872490"/>
          </a:xfrm>
          <a:custGeom>
            <a:avLst/>
            <a:gdLst/>
            <a:ahLst/>
            <a:cxnLst/>
            <a:rect l="l" t="t" r="r" b="b"/>
            <a:pathLst>
              <a:path w="1137920" h="872489">
                <a:moveTo>
                  <a:pt x="698131" y="641451"/>
                </a:moveTo>
                <a:lnTo>
                  <a:pt x="439534" y="641451"/>
                </a:lnTo>
                <a:lnTo>
                  <a:pt x="439534" y="744080"/>
                </a:lnTo>
                <a:lnTo>
                  <a:pt x="698131" y="744080"/>
                </a:lnTo>
                <a:lnTo>
                  <a:pt x="698131" y="641451"/>
                </a:lnTo>
                <a:close/>
              </a:path>
              <a:path w="1137920" h="872489">
                <a:moveTo>
                  <a:pt x="1137666" y="818121"/>
                </a:moveTo>
                <a:lnTo>
                  <a:pt x="1135557" y="806310"/>
                </a:lnTo>
                <a:lnTo>
                  <a:pt x="1124508" y="769734"/>
                </a:lnTo>
                <a:lnTo>
                  <a:pt x="1077963" y="615784"/>
                </a:lnTo>
                <a:lnTo>
                  <a:pt x="1060170" y="556958"/>
                </a:lnTo>
                <a:lnTo>
                  <a:pt x="1060170" y="513156"/>
                </a:lnTo>
                <a:lnTo>
                  <a:pt x="1060170" y="102628"/>
                </a:lnTo>
                <a:lnTo>
                  <a:pt x="1060170" y="51308"/>
                </a:lnTo>
                <a:lnTo>
                  <a:pt x="1056106" y="31343"/>
                </a:lnTo>
                <a:lnTo>
                  <a:pt x="1045019" y="15024"/>
                </a:lnTo>
                <a:lnTo>
                  <a:pt x="1028573" y="4025"/>
                </a:lnTo>
                <a:lnTo>
                  <a:pt x="1016520" y="1625"/>
                </a:lnTo>
                <a:lnTo>
                  <a:pt x="1016520" y="769734"/>
                </a:lnTo>
                <a:lnTo>
                  <a:pt x="121145" y="769734"/>
                </a:lnTo>
                <a:lnTo>
                  <a:pt x="167703" y="615784"/>
                </a:lnTo>
                <a:lnTo>
                  <a:pt x="969962" y="615784"/>
                </a:lnTo>
                <a:lnTo>
                  <a:pt x="1016520" y="769734"/>
                </a:lnTo>
                <a:lnTo>
                  <a:pt x="1016520" y="1625"/>
                </a:lnTo>
                <a:lnTo>
                  <a:pt x="1008443" y="0"/>
                </a:lnTo>
                <a:lnTo>
                  <a:pt x="956729" y="0"/>
                </a:lnTo>
                <a:lnTo>
                  <a:pt x="956729" y="102628"/>
                </a:lnTo>
                <a:lnTo>
                  <a:pt x="956729" y="513156"/>
                </a:lnTo>
                <a:lnTo>
                  <a:pt x="180936" y="513156"/>
                </a:lnTo>
                <a:lnTo>
                  <a:pt x="180936" y="102628"/>
                </a:lnTo>
                <a:lnTo>
                  <a:pt x="956729" y="102628"/>
                </a:lnTo>
                <a:lnTo>
                  <a:pt x="956729" y="0"/>
                </a:lnTo>
                <a:lnTo>
                  <a:pt x="129222" y="0"/>
                </a:lnTo>
                <a:lnTo>
                  <a:pt x="109080" y="4025"/>
                </a:lnTo>
                <a:lnTo>
                  <a:pt x="92646" y="15024"/>
                </a:lnTo>
                <a:lnTo>
                  <a:pt x="81559" y="31343"/>
                </a:lnTo>
                <a:lnTo>
                  <a:pt x="77495" y="51308"/>
                </a:lnTo>
                <a:lnTo>
                  <a:pt x="77495" y="556958"/>
                </a:lnTo>
                <a:lnTo>
                  <a:pt x="2095" y="806310"/>
                </a:lnTo>
                <a:lnTo>
                  <a:pt x="0" y="818121"/>
                </a:lnTo>
                <a:lnTo>
                  <a:pt x="698" y="829945"/>
                </a:lnTo>
                <a:lnTo>
                  <a:pt x="4114" y="841286"/>
                </a:lnTo>
                <a:lnTo>
                  <a:pt x="39624" y="870966"/>
                </a:lnTo>
                <a:lnTo>
                  <a:pt x="51638" y="872363"/>
                </a:lnTo>
                <a:lnTo>
                  <a:pt x="1086027" y="872363"/>
                </a:lnTo>
                <a:lnTo>
                  <a:pt x="1127518" y="851687"/>
                </a:lnTo>
                <a:lnTo>
                  <a:pt x="1136967" y="829945"/>
                </a:lnTo>
                <a:lnTo>
                  <a:pt x="1137666" y="818121"/>
                </a:lnTo>
                <a:close/>
              </a:path>
            </a:pathLst>
          </a:custGeom>
          <a:solidFill>
            <a:srgbClr val="000000"/>
          </a:solidFill>
        </p:spPr>
        <p:txBody>
          <a:bodyPr wrap="square" lIns="0" tIns="0" rIns="0" bIns="0" rtlCol="0"/>
          <a:lstStyle/>
          <a:p>
            <a:endParaRPr/>
          </a:p>
        </p:txBody>
      </p:sp>
      <p:sp>
        <p:nvSpPr>
          <p:cNvPr id="89" name="bg object 89"/>
          <p:cNvSpPr/>
          <p:nvPr/>
        </p:nvSpPr>
        <p:spPr>
          <a:xfrm>
            <a:off x="2334222" y="4397615"/>
            <a:ext cx="542925" cy="923925"/>
          </a:xfrm>
          <a:custGeom>
            <a:avLst/>
            <a:gdLst/>
            <a:ahLst/>
            <a:cxnLst/>
            <a:rect l="l" t="t" r="r" b="b"/>
            <a:pathLst>
              <a:path w="542925" h="923925">
                <a:moveTo>
                  <a:pt x="250583" y="146977"/>
                </a:moveTo>
                <a:lnTo>
                  <a:pt x="167055" y="146977"/>
                </a:lnTo>
                <a:lnTo>
                  <a:pt x="167055" y="230962"/>
                </a:lnTo>
                <a:lnTo>
                  <a:pt x="250583" y="230962"/>
                </a:lnTo>
                <a:lnTo>
                  <a:pt x="250583" y="146977"/>
                </a:lnTo>
                <a:close/>
              </a:path>
              <a:path w="542925" h="923925">
                <a:moveTo>
                  <a:pt x="375869" y="146977"/>
                </a:moveTo>
                <a:lnTo>
                  <a:pt x="292341" y="146977"/>
                </a:lnTo>
                <a:lnTo>
                  <a:pt x="292341" y="230962"/>
                </a:lnTo>
                <a:lnTo>
                  <a:pt x="375869" y="230962"/>
                </a:lnTo>
                <a:lnTo>
                  <a:pt x="375869" y="146977"/>
                </a:lnTo>
                <a:close/>
              </a:path>
              <a:path w="542925" h="923925">
                <a:moveTo>
                  <a:pt x="542925" y="335953"/>
                </a:moveTo>
                <a:lnTo>
                  <a:pt x="539635" y="319608"/>
                </a:lnTo>
                <a:lnTo>
                  <a:pt x="530694" y="306260"/>
                </a:lnTo>
                <a:lnTo>
                  <a:pt x="517410" y="297256"/>
                </a:lnTo>
                <a:lnTo>
                  <a:pt x="501154" y="293954"/>
                </a:lnTo>
                <a:lnTo>
                  <a:pt x="480275" y="293954"/>
                </a:lnTo>
                <a:lnTo>
                  <a:pt x="480275" y="83985"/>
                </a:lnTo>
                <a:lnTo>
                  <a:pt x="480275" y="41986"/>
                </a:lnTo>
                <a:lnTo>
                  <a:pt x="476999" y="25641"/>
                </a:lnTo>
                <a:lnTo>
                  <a:pt x="468045" y="12293"/>
                </a:lnTo>
                <a:lnTo>
                  <a:pt x="459397" y="6426"/>
                </a:lnTo>
                <a:lnTo>
                  <a:pt x="459397" y="377939"/>
                </a:lnTo>
                <a:lnTo>
                  <a:pt x="459397" y="839889"/>
                </a:lnTo>
                <a:lnTo>
                  <a:pt x="83527" y="839889"/>
                </a:lnTo>
                <a:lnTo>
                  <a:pt x="83527" y="377939"/>
                </a:lnTo>
                <a:lnTo>
                  <a:pt x="104406" y="377939"/>
                </a:lnTo>
                <a:lnTo>
                  <a:pt x="438518" y="377939"/>
                </a:lnTo>
                <a:lnTo>
                  <a:pt x="459397" y="377939"/>
                </a:lnTo>
                <a:lnTo>
                  <a:pt x="459397" y="6426"/>
                </a:lnTo>
                <a:lnTo>
                  <a:pt x="454774" y="3289"/>
                </a:lnTo>
                <a:lnTo>
                  <a:pt x="438518" y="0"/>
                </a:lnTo>
                <a:lnTo>
                  <a:pt x="396748" y="0"/>
                </a:lnTo>
                <a:lnTo>
                  <a:pt x="396748" y="83985"/>
                </a:lnTo>
                <a:lnTo>
                  <a:pt x="396748" y="293954"/>
                </a:lnTo>
                <a:lnTo>
                  <a:pt x="146164" y="293954"/>
                </a:lnTo>
                <a:lnTo>
                  <a:pt x="146164" y="83985"/>
                </a:lnTo>
                <a:lnTo>
                  <a:pt x="396748" y="83985"/>
                </a:lnTo>
                <a:lnTo>
                  <a:pt x="396748" y="0"/>
                </a:lnTo>
                <a:lnTo>
                  <a:pt x="104406" y="0"/>
                </a:lnTo>
                <a:lnTo>
                  <a:pt x="88150" y="3289"/>
                </a:lnTo>
                <a:lnTo>
                  <a:pt x="74879" y="12293"/>
                </a:lnTo>
                <a:lnTo>
                  <a:pt x="65925" y="25641"/>
                </a:lnTo>
                <a:lnTo>
                  <a:pt x="62649" y="41986"/>
                </a:lnTo>
                <a:lnTo>
                  <a:pt x="62649" y="293954"/>
                </a:lnTo>
                <a:lnTo>
                  <a:pt x="41757" y="293954"/>
                </a:lnTo>
                <a:lnTo>
                  <a:pt x="25501" y="297256"/>
                </a:lnTo>
                <a:lnTo>
                  <a:pt x="12230" y="306260"/>
                </a:lnTo>
                <a:lnTo>
                  <a:pt x="3276" y="319608"/>
                </a:lnTo>
                <a:lnTo>
                  <a:pt x="0" y="335953"/>
                </a:lnTo>
                <a:lnTo>
                  <a:pt x="0" y="881875"/>
                </a:lnTo>
                <a:lnTo>
                  <a:pt x="3276" y="898220"/>
                </a:lnTo>
                <a:lnTo>
                  <a:pt x="12230" y="911567"/>
                </a:lnTo>
                <a:lnTo>
                  <a:pt x="25501" y="920572"/>
                </a:lnTo>
                <a:lnTo>
                  <a:pt x="41757" y="923874"/>
                </a:lnTo>
                <a:lnTo>
                  <a:pt x="501154" y="923874"/>
                </a:lnTo>
                <a:lnTo>
                  <a:pt x="517410" y="920572"/>
                </a:lnTo>
                <a:lnTo>
                  <a:pt x="530694" y="911567"/>
                </a:lnTo>
                <a:lnTo>
                  <a:pt x="539635" y="898220"/>
                </a:lnTo>
                <a:lnTo>
                  <a:pt x="542925" y="881875"/>
                </a:lnTo>
                <a:lnTo>
                  <a:pt x="542925" y="839889"/>
                </a:lnTo>
                <a:lnTo>
                  <a:pt x="542925" y="377939"/>
                </a:lnTo>
                <a:lnTo>
                  <a:pt x="542925" y="335953"/>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50" b="0" i="0">
                <a:solidFill>
                  <a:srgbClr val="041C4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05645" y="1339230"/>
            <a:ext cx="11114383" cy="2853797"/>
          </a:xfrm>
          <a:prstGeom prst="rect">
            <a:avLst/>
          </a:prstGeom>
        </p:spPr>
        <p:txBody>
          <a:bodyPr wrap="square" lIns="0" tIns="0" rIns="0" bIns="0">
            <a:spAutoFit/>
          </a:bodyPr>
          <a:lstStyle>
            <a:lvl1pPr>
              <a:defRPr sz="6150" b="0" i="0">
                <a:solidFill>
                  <a:srgbClr val="041C40"/>
                </a:solidFill>
                <a:latin typeface="Tahoma"/>
                <a:cs typeface="Tahoma"/>
              </a:defRPr>
            </a:lvl1pPr>
          </a:lstStyle>
          <a:p>
            <a:endParaRPr/>
          </a:p>
        </p:txBody>
      </p:sp>
      <p:sp>
        <p:nvSpPr>
          <p:cNvPr id="3" name="Holder 3"/>
          <p:cNvSpPr>
            <a:spLocks noGrp="1"/>
          </p:cNvSpPr>
          <p:nvPr>
            <p:ph type="body" idx="1"/>
          </p:nvPr>
        </p:nvSpPr>
        <p:spPr>
          <a:xfrm>
            <a:off x="2293334" y="4877955"/>
            <a:ext cx="7320280" cy="395033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177/117693510600200030" TargetMode="External"/><Relationship Id="rId2" Type="http://schemas.openxmlformats.org/officeDocument/2006/relationships/hyperlink" Target="https://doi.org/10.1016/j.csbj.2014.11.00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467600" y="5592652"/>
            <a:ext cx="10820798" cy="4694555"/>
          </a:xfrm>
          <a:custGeom>
            <a:avLst/>
            <a:gdLst/>
            <a:ahLst/>
            <a:cxnLst/>
            <a:rect l="l" t="t" r="r" b="b"/>
            <a:pathLst>
              <a:path w="11757660" h="4694555">
                <a:moveTo>
                  <a:pt x="6849173" y="126999"/>
                </a:moveTo>
                <a:lnTo>
                  <a:pt x="6383767" y="126999"/>
                </a:lnTo>
                <a:lnTo>
                  <a:pt x="6441771" y="0"/>
                </a:lnTo>
                <a:lnTo>
                  <a:pt x="6791170" y="0"/>
                </a:lnTo>
                <a:lnTo>
                  <a:pt x="6849173" y="126999"/>
                </a:lnTo>
                <a:close/>
              </a:path>
              <a:path w="11757660" h="4694555">
                <a:moveTo>
                  <a:pt x="7982084" y="253999"/>
                </a:moveTo>
                <a:lnTo>
                  <a:pt x="5250856" y="253999"/>
                </a:lnTo>
                <a:lnTo>
                  <a:pt x="5306158" y="126999"/>
                </a:lnTo>
                <a:lnTo>
                  <a:pt x="7926782" y="126999"/>
                </a:lnTo>
                <a:lnTo>
                  <a:pt x="7982084" y="253999"/>
                </a:lnTo>
                <a:close/>
              </a:path>
              <a:path w="11757660" h="4694555">
                <a:moveTo>
                  <a:pt x="8526329" y="380999"/>
                </a:moveTo>
                <a:lnTo>
                  <a:pt x="4706611" y="380999"/>
                </a:lnTo>
                <a:lnTo>
                  <a:pt x="4760291" y="253999"/>
                </a:lnTo>
                <a:lnTo>
                  <a:pt x="8472650" y="253999"/>
                </a:lnTo>
                <a:lnTo>
                  <a:pt x="8526329" y="380999"/>
                </a:lnTo>
                <a:close/>
              </a:path>
              <a:path w="11757660" h="4694555">
                <a:moveTo>
                  <a:pt x="8949409" y="507999"/>
                </a:moveTo>
                <a:lnTo>
                  <a:pt x="4283532" y="507999"/>
                </a:lnTo>
                <a:lnTo>
                  <a:pt x="4335782" y="380999"/>
                </a:lnTo>
                <a:lnTo>
                  <a:pt x="8897158" y="380999"/>
                </a:lnTo>
                <a:lnTo>
                  <a:pt x="8949409" y="507999"/>
                </a:lnTo>
                <a:close/>
              </a:path>
              <a:path w="11757660" h="4694555">
                <a:moveTo>
                  <a:pt x="9258924" y="634999"/>
                </a:moveTo>
                <a:lnTo>
                  <a:pt x="3974016" y="634999"/>
                </a:lnTo>
                <a:lnTo>
                  <a:pt x="4025118" y="507999"/>
                </a:lnTo>
                <a:lnTo>
                  <a:pt x="9207822" y="507999"/>
                </a:lnTo>
                <a:lnTo>
                  <a:pt x="9258924" y="634999"/>
                </a:lnTo>
                <a:close/>
              </a:path>
              <a:path w="11757660" h="4694555">
                <a:moveTo>
                  <a:pt x="9561324" y="761999"/>
                </a:moveTo>
                <a:lnTo>
                  <a:pt x="3671616" y="761999"/>
                </a:lnTo>
                <a:lnTo>
                  <a:pt x="3721505" y="634999"/>
                </a:lnTo>
                <a:lnTo>
                  <a:pt x="9511435" y="634999"/>
                </a:lnTo>
                <a:lnTo>
                  <a:pt x="9561324" y="761999"/>
                </a:lnTo>
                <a:close/>
              </a:path>
              <a:path w="11757660" h="4694555">
                <a:moveTo>
                  <a:pt x="9856217" y="888999"/>
                </a:moveTo>
                <a:lnTo>
                  <a:pt x="3376724" y="888999"/>
                </a:lnTo>
                <a:lnTo>
                  <a:pt x="3425334" y="761999"/>
                </a:lnTo>
                <a:lnTo>
                  <a:pt x="9807606" y="761999"/>
                </a:lnTo>
                <a:lnTo>
                  <a:pt x="9856217" y="888999"/>
                </a:lnTo>
                <a:close/>
              </a:path>
              <a:path w="11757660" h="4694555">
                <a:moveTo>
                  <a:pt x="10095942" y="1015999"/>
                </a:moveTo>
                <a:lnTo>
                  <a:pt x="3136998" y="1015999"/>
                </a:lnTo>
                <a:lnTo>
                  <a:pt x="3184493" y="888999"/>
                </a:lnTo>
                <a:lnTo>
                  <a:pt x="10048447" y="888999"/>
                </a:lnTo>
                <a:lnTo>
                  <a:pt x="10095942" y="1015999"/>
                </a:lnTo>
                <a:close/>
              </a:path>
              <a:path w="11757660" h="4694555">
                <a:moveTo>
                  <a:pt x="10283620" y="1142999"/>
                </a:moveTo>
                <a:lnTo>
                  <a:pt x="2949320" y="1142999"/>
                </a:lnTo>
                <a:lnTo>
                  <a:pt x="2995890" y="1015999"/>
                </a:lnTo>
                <a:lnTo>
                  <a:pt x="10237050" y="1015999"/>
                </a:lnTo>
                <a:lnTo>
                  <a:pt x="10283620" y="1142999"/>
                </a:lnTo>
                <a:close/>
              </a:path>
              <a:path w="11757660" h="4694555">
                <a:moveTo>
                  <a:pt x="10512900" y="1269999"/>
                </a:moveTo>
                <a:lnTo>
                  <a:pt x="2720040" y="1269999"/>
                </a:lnTo>
                <a:lnTo>
                  <a:pt x="2765414" y="1142999"/>
                </a:lnTo>
                <a:lnTo>
                  <a:pt x="10467526" y="1142999"/>
                </a:lnTo>
                <a:lnTo>
                  <a:pt x="10512900" y="1269999"/>
                </a:lnTo>
                <a:close/>
              </a:path>
              <a:path w="11757660" h="4694555">
                <a:moveTo>
                  <a:pt x="10691927" y="1396999"/>
                </a:moveTo>
                <a:lnTo>
                  <a:pt x="2541013" y="1396999"/>
                </a:lnTo>
                <a:lnTo>
                  <a:pt x="2585396" y="1269999"/>
                </a:lnTo>
                <a:lnTo>
                  <a:pt x="10647544" y="1269999"/>
                </a:lnTo>
                <a:lnTo>
                  <a:pt x="10691927" y="1396999"/>
                </a:lnTo>
                <a:close/>
              </a:path>
              <a:path w="11757660" h="4694555">
                <a:moveTo>
                  <a:pt x="10866921" y="1523999"/>
                </a:moveTo>
                <a:lnTo>
                  <a:pt x="2366019" y="1523999"/>
                </a:lnTo>
                <a:lnTo>
                  <a:pt x="2409383" y="1396999"/>
                </a:lnTo>
                <a:lnTo>
                  <a:pt x="10823557" y="1396999"/>
                </a:lnTo>
                <a:lnTo>
                  <a:pt x="10866921" y="1523999"/>
                </a:lnTo>
                <a:close/>
              </a:path>
              <a:path w="11757660" h="4694555">
                <a:moveTo>
                  <a:pt x="11037765" y="1650999"/>
                </a:moveTo>
                <a:lnTo>
                  <a:pt x="2195174" y="1650999"/>
                </a:lnTo>
                <a:lnTo>
                  <a:pt x="2237490" y="1523999"/>
                </a:lnTo>
                <a:lnTo>
                  <a:pt x="10995450" y="1523999"/>
                </a:lnTo>
                <a:lnTo>
                  <a:pt x="11037765" y="1650999"/>
                </a:lnTo>
                <a:close/>
              </a:path>
              <a:path w="11757660" h="4694555">
                <a:moveTo>
                  <a:pt x="11163106" y="1777999"/>
                </a:moveTo>
                <a:lnTo>
                  <a:pt x="2069834" y="1777999"/>
                </a:lnTo>
                <a:lnTo>
                  <a:pt x="2111345" y="1650999"/>
                </a:lnTo>
                <a:lnTo>
                  <a:pt x="11121595" y="1650999"/>
                </a:lnTo>
                <a:lnTo>
                  <a:pt x="11163106" y="1777999"/>
                </a:lnTo>
                <a:close/>
              </a:path>
              <a:path w="11757660" h="4694555">
                <a:moveTo>
                  <a:pt x="11326409" y="1904999"/>
                </a:moveTo>
                <a:lnTo>
                  <a:pt x="1906531" y="1904999"/>
                </a:lnTo>
                <a:lnTo>
                  <a:pt x="1946943" y="1777999"/>
                </a:lnTo>
                <a:lnTo>
                  <a:pt x="11285997" y="1777999"/>
                </a:lnTo>
                <a:lnTo>
                  <a:pt x="11326409" y="1904999"/>
                </a:lnTo>
                <a:close/>
              </a:path>
              <a:path w="11757660" h="4694555">
                <a:moveTo>
                  <a:pt x="11445960" y="2031999"/>
                </a:moveTo>
                <a:lnTo>
                  <a:pt x="1786980" y="2031999"/>
                </a:lnTo>
                <a:lnTo>
                  <a:pt x="1826548" y="1904999"/>
                </a:lnTo>
                <a:lnTo>
                  <a:pt x="11406392" y="1904999"/>
                </a:lnTo>
                <a:lnTo>
                  <a:pt x="11445960" y="2031999"/>
                </a:lnTo>
                <a:close/>
              </a:path>
              <a:path w="11757660" h="4694555">
                <a:moveTo>
                  <a:pt x="11601366" y="2158999"/>
                </a:moveTo>
                <a:lnTo>
                  <a:pt x="1631574" y="2158999"/>
                </a:lnTo>
                <a:lnTo>
                  <a:pt x="1669992" y="2031999"/>
                </a:lnTo>
                <a:lnTo>
                  <a:pt x="11562948" y="2031999"/>
                </a:lnTo>
                <a:lnTo>
                  <a:pt x="11601366" y="2158999"/>
                </a:lnTo>
                <a:close/>
              </a:path>
              <a:path w="11757660" h="4694555">
                <a:moveTo>
                  <a:pt x="11714861" y="2285999"/>
                </a:moveTo>
                <a:lnTo>
                  <a:pt x="1518079" y="2285999"/>
                </a:lnTo>
                <a:lnTo>
                  <a:pt x="1555616" y="2158999"/>
                </a:lnTo>
                <a:lnTo>
                  <a:pt x="11677324" y="2158999"/>
                </a:lnTo>
                <a:lnTo>
                  <a:pt x="11714861" y="2285999"/>
                </a:lnTo>
                <a:close/>
              </a:path>
              <a:path w="11757660" h="4694555">
                <a:moveTo>
                  <a:pt x="11757260" y="4694346"/>
                </a:moveTo>
                <a:lnTo>
                  <a:pt x="0" y="4694346"/>
                </a:lnTo>
                <a:lnTo>
                  <a:pt x="18565" y="4571999"/>
                </a:lnTo>
                <a:lnTo>
                  <a:pt x="58282" y="4571999"/>
                </a:lnTo>
                <a:lnTo>
                  <a:pt x="78723" y="4444999"/>
                </a:lnTo>
                <a:lnTo>
                  <a:pt x="99551" y="4444999"/>
                </a:lnTo>
                <a:lnTo>
                  <a:pt x="120764" y="4317999"/>
                </a:lnTo>
                <a:lnTo>
                  <a:pt x="164335" y="4317999"/>
                </a:lnTo>
                <a:lnTo>
                  <a:pt x="186690" y="4190999"/>
                </a:lnTo>
                <a:lnTo>
                  <a:pt x="209422" y="4190999"/>
                </a:lnTo>
                <a:lnTo>
                  <a:pt x="232530" y="4063999"/>
                </a:lnTo>
                <a:lnTo>
                  <a:pt x="279865" y="4063999"/>
                </a:lnTo>
                <a:lnTo>
                  <a:pt x="304088" y="3936999"/>
                </a:lnTo>
                <a:lnTo>
                  <a:pt x="328680" y="3936999"/>
                </a:lnTo>
                <a:lnTo>
                  <a:pt x="353638" y="3809999"/>
                </a:lnTo>
                <a:lnTo>
                  <a:pt x="404646" y="3809999"/>
                </a:lnTo>
                <a:lnTo>
                  <a:pt x="430692" y="3682999"/>
                </a:lnTo>
                <a:lnTo>
                  <a:pt x="483861" y="3682999"/>
                </a:lnTo>
                <a:lnTo>
                  <a:pt x="510979" y="3555999"/>
                </a:lnTo>
                <a:lnTo>
                  <a:pt x="538451" y="3555999"/>
                </a:lnTo>
                <a:lnTo>
                  <a:pt x="566275" y="3428999"/>
                </a:lnTo>
                <a:lnTo>
                  <a:pt x="622971" y="3428999"/>
                </a:lnTo>
                <a:lnTo>
                  <a:pt x="651839" y="3301999"/>
                </a:lnTo>
                <a:lnTo>
                  <a:pt x="710609" y="3301999"/>
                </a:lnTo>
                <a:lnTo>
                  <a:pt x="740506" y="3174999"/>
                </a:lnTo>
                <a:lnTo>
                  <a:pt x="801315" y="3174999"/>
                </a:lnTo>
                <a:lnTo>
                  <a:pt x="832225" y="3047999"/>
                </a:lnTo>
                <a:lnTo>
                  <a:pt x="895042" y="3047999"/>
                </a:lnTo>
                <a:lnTo>
                  <a:pt x="926947" y="2920999"/>
                </a:lnTo>
                <a:lnTo>
                  <a:pt x="991740" y="2920999"/>
                </a:lnTo>
                <a:lnTo>
                  <a:pt x="1024624" y="2793999"/>
                </a:lnTo>
                <a:lnTo>
                  <a:pt x="1091360" y="2793999"/>
                </a:lnTo>
                <a:lnTo>
                  <a:pt x="1125207" y="2666999"/>
                </a:lnTo>
                <a:lnTo>
                  <a:pt x="1193853" y="2666999"/>
                </a:lnTo>
                <a:lnTo>
                  <a:pt x="1228647" y="2539999"/>
                </a:lnTo>
                <a:lnTo>
                  <a:pt x="1299169" y="2539999"/>
                </a:lnTo>
                <a:lnTo>
                  <a:pt x="1334894" y="2412999"/>
                </a:lnTo>
                <a:lnTo>
                  <a:pt x="1407261" y="2412999"/>
                </a:lnTo>
                <a:lnTo>
                  <a:pt x="1443900" y="2285999"/>
                </a:lnTo>
                <a:lnTo>
                  <a:pt x="11757260" y="2285999"/>
                </a:lnTo>
                <a:lnTo>
                  <a:pt x="11757260" y="4694346"/>
                </a:lnTo>
                <a:close/>
              </a:path>
            </a:pathLst>
          </a:custGeom>
          <a:solidFill>
            <a:srgbClr val="135CA0"/>
          </a:solidFill>
        </p:spPr>
        <p:txBody>
          <a:bodyPr wrap="square" lIns="0" tIns="0" rIns="0" bIns="0" rtlCol="0"/>
          <a:lstStyle/>
          <a:p>
            <a:endParaRPr/>
          </a:p>
        </p:txBody>
      </p:sp>
      <p:sp>
        <p:nvSpPr>
          <p:cNvPr id="3" name="object 3"/>
          <p:cNvSpPr/>
          <p:nvPr/>
        </p:nvSpPr>
        <p:spPr>
          <a:xfrm>
            <a:off x="16420247" y="150120"/>
            <a:ext cx="1792605" cy="1866264"/>
          </a:xfrm>
          <a:custGeom>
            <a:avLst/>
            <a:gdLst/>
            <a:ahLst/>
            <a:cxnLst/>
            <a:rect l="l" t="t" r="r" b="b"/>
            <a:pathLst>
              <a:path w="1792605" h="1866264">
                <a:moveTo>
                  <a:pt x="1649998" y="1855018"/>
                </a:moveTo>
                <a:lnTo>
                  <a:pt x="1676741" y="1858075"/>
                </a:lnTo>
                <a:lnTo>
                  <a:pt x="1724001" y="1862272"/>
                </a:lnTo>
                <a:lnTo>
                  <a:pt x="1771592" y="1865287"/>
                </a:lnTo>
                <a:lnTo>
                  <a:pt x="1792470" y="1866081"/>
                </a:lnTo>
              </a:path>
              <a:path w="1792605" h="1866264">
                <a:moveTo>
                  <a:pt x="1559853" y="1842318"/>
                </a:moveTo>
                <a:lnTo>
                  <a:pt x="1583269" y="1846197"/>
                </a:lnTo>
                <a:lnTo>
                  <a:pt x="1629825" y="1852712"/>
                </a:lnTo>
                <a:lnTo>
                  <a:pt x="1649998" y="1855018"/>
                </a:lnTo>
              </a:path>
              <a:path w="1792605" h="1866264">
                <a:moveTo>
                  <a:pt x="0" y="0"/>
                </a:moveTo>
                <a:lnTo>
                  <a:pt x="10" y="818"/>
                </a:lnTo>
                <a:lnTo>
                  <a:pt x="557" y="48206"/>
                </a:lnTo>
                <a:lnTo>
                  <a:pt x="689" y="51614"/>
                </a:lnTo>
                <a:lnTo>
                  <a:pt x="2416" y="96112"/>
                </a:lnTo>
                <a:lnTo>
                  <a:pt x="5432" y="143702"/>
                </a:lnTo>
                <a:lnTo>
                  <a:pt x="9591" y="190967"/>
                </a:lnTo>
                <a:lnTo>
                  <a:pt x="14992" y="237878"/>
                </a:lnTo>
                <a:lnTo>
                  <a:pt x="21506" y="284434"/>
                </a:lnTo>
                <a:lnTo>
                  <a:pt x="29081" y="330632"/>
                </a:lnTo>
                <a:lnTo>
                  <a:pt x="29155" y="331018"/>
                </a:lnTo>
                <a:lnTo>
                  <a:pt x="37931" y="376410"/>
                </a:lnTo>
                <a:lnTo>
                  <a:pt x="47813" y="421799"/>
                </a:lnTo>
                <a:lnTo>
                  <a:pt x="58787" y="466771"/>
                </a:lnTo>
                <a:lnTo>
                  <a:pt x="70839" y="511310"/>
                </a:lnTo>
                <a:lnTo>
                  <a:pt x="83955" y="555402"/>
                </a:lnTo>
                <a:lnTo>
                  <a:pt x="98120" y="599031"/>
                </a:lnTo>
                <a:lnTo>
                  <a:pt x="113319" y="642183"/>
                </a:lnTo>
                <a:lnTo>
                  <a:pt x="129537" y="684845"/>
                </a:lnTo>
                <a:lnTo>
                  <a:pt x="146761" y="726999"/>
                </a:lnTo>
                <a:lnTo>
                  <a:pt x="164974" y="768634"/>
                </a:lnTo>
                <a:lnTo>
                  <a:pt x="184163" y="809732"/>
                </a:lnTo>
                <a:lnTo>
                  <a:pt x="204313" y="850281"/>
                </a:lnTo>
                <a:lnTo>
                  <a:pt x="225410" y="890265"/>
                </a:lnTo>
                <a:lnTo>
                  <a:pt x="247437" y="929669"/>
                </a:lnTo>
                <a:lnTo>
                  <a:pt x="270382" y="968479"/>
                </a:lnTo>
                <a:lnTo>
                  <a:pt x="294229" y="1006680"/>
                </a:lnTo>
                <a:lnTo>
                  <a:pt x="318963" y="1044258"/>
                </a:lnTo>
                <a:lnTo>
                  <a:pt x="344570" y="1081198"/>
                </a:lnTo>
                <a:lnTo>
                  <a:pt x="371036" y="1117485"/>
                </a:lnTo>
                <a:lnTo>
                  <a:pt x="398344" y="1153104"/>
                </a:lnTo>
                <a:lnTo>
                  <a:pt x="426482" y="1188042"/>
                </a:lnTo>
                <a:lnTo>
                  <a:pt x="455434" y="1222282"/>
                </a:lnTo>
                <a:lnTo>
                  <a:pt x="485185" y="1255811"/>
                </a:lnTo>
                <a:lnTo>
                  <a:pt x="515722" y="1288614"/>
                </a:lnTo>
                <a:lnTo>
                  <a:pt x="547028" y="1320676"/>
                </a:lnTo>
                <a:lnTo>
                  <a:pt x="579090" y="1351982"/>
                </a:lnTo>
                <a:lnTo>
                  <a:pt x="611893" y="1382518"/>
                </a:lnTo>
                <a:lnTo>
                  <a:pt x="645422" y="1412270"/>
                </a:lnTo>
                <a:lnTo>
                  <a:pt x="679662" y="1441222"/>
                </a:lnTo>
                <a:lnTo>
                  <a:pt x="714599" y="1469359"/>
                </a:lnTo>
                <a:lnTo>
                  <a:pt x="750219" y="1496668"/>
                </a:lnTo>
                <a:lnTo>
                  <a:pt x="786506" y="1523133"/>
                </a:lnTo>
                <a:lnTo>
                  <a:pt x="823445" y="1548741"/>
                </a:lnTo>
                <a:lnTo>
                  <a:pt x="861023" y="1573475"/>
                </a:lnTo>
                <a:lnTo>
                  <a:pt x="899225" y="1597322"/>
                </a:lnTo>
                <a:lnTo>
                  <a:pt x="938035" y="1620266"/>
                </a:lnTo>
                <a:lnTo>
                  <a:pt x="977439" y="1642294"/>
                </a:lnTo>
                <a:lnTo>
                  <a:pt x="1017423" y="1663390"/>
                </a:lnTo>
                <a:lnTo>
                  <a:pt x="1057971" y="1683540"/>
                </a:lnTo>
                <a:lnTo>
                  <a:pt x="1099070" y="1702729"/>
                </a:lnTo>
                <a:lnTo>
                  <a:pt x="1140704" y="1720943"/>
                </a:lnTo>
                <a:lnTo>
                  <a:pt x="1182859" y="1738166"/>
                </a:lnTo>
                <a:lnTo>
                  <a:pt x="1225520" y="1754385"/>
                </a:lnTo>
                <a:lnTo>
                  <a:pt x="1268673" y="1769584"/>
                </a:lnTo>
                <a:lnTo>
                  <a:pt x="1312302" y="1783749"/>
                </a:lnTo>
                <a:lnTo>
                  <a:pt x="1356394" y="1796865"/>
                </a:lnTo>
                <a:lnTo>
                  <a:pt x="1400933" y="1808917"/>
                </a:lnTo>
                <a:lnTo>
                  <a:pt x="1445904" y="1819891"/>
                </a:lnTo>
                <a:lnTo>
                  <a:pt x="1491294" y="1829772"/>
                </a:lnTo>
                <a:lnTo>
                  <a:pt x="1537087" y="1838546"/>
                </a:lnTo>
                <a:lnTo>
                  <a:pt x="1559853" y="1842318"/>
                </a:lnTo>
              </a:path>
            </a:pathLst>
          </a:custGeom>
          <a:ln w="1904999">
            <a:solidFill>
              <a:srgbClr val="135CA0"/>
            </a:solidFill>
          </a:ln>
        </p:spPr>
        <p:txBody>
          <a:bodyPr wrap="square" lIns="0" tIns="0" rIns="0" bIns="0" rtlCol="0"/>
          <a:lstStyle/>
          <a:p>
            <a:endParaRPr/>
          </a:p>
        </p:txBody>
      </p:sp>
      <p:sp>
        <p:nvSpPr>
          <p:cNvPr id="4" name="object 4"/>
          <p:cNvSpPr/>
          <p:nvPr/>
        </p:nvSpPr>
        <p:spPr>
          <a:xfrm>
            <a:off x="747856" y="0"/>
            <a:ext cx="1287145" cy="643890"/>
          </a:xfrm>
          <a:custGeom>
            <a:avLst/>
            <a:gdLst/>
            <a:ahLst/>
            <a:cxnLst/>
            <a:rect l="l" t="t" r="r" b="b"/>
            <a:pathLst>
              <a:path w="1287145" h="643890">
                <a:moveTo>
                  <a:pt x="643474" y="643474"/>
                </a:moveTo>
                <a:lnTo>
                  <a:pt x="595451" y="641709"/>
                </a:lnTo>
                <a:lnTo>
                  <a:pt x="548386" y="636498"/>
                </a:lnTo>
                <a:lnTo>
                  <a:pt x="502405" y="627963"/>
                </a:lnTo>
                <a:lnTo>
                  <a:pt x="457630" y="616230"/>
                </a:lnTo>
                <a:lnTo>
                  <a:pt x="414188" y="601424"/>
                </a:lnTo>
                <a:lnTo>
                  <a:pt x="372202" y="583668"/>
                </a:lnTo>
                <a:lnTo>
                  <a:pt x="331796" y="563088"/>
                </a:lnTo>
                <a:lnTo>
                  <a:pt x="293096" y="539807"/>
                </a:lnTo>
                <a:lnTo>
                  <a:pt x="256225" y="513950"/>
                </a:lnTo>
                <a:lnTo>
                  <a:pt x="221308" y="485641"/>
                </a:lnTo>
                <a:lnTo>
                  <a:pt x="188469" y="455005"/>
                </a:lnTo>
                <a:lnTo>
                  <a:pt x="157833" y="422166"/>
                </a:lnTo>
                <a:lnTo>
                  <a:pt x="129524" y="387249"/>
                </a:lnTo>
                <a:lnTo>
                  <a:pt x="103667" y="350378"/>
                </a:lnTo>
                <a:lnTo>
                  <a:pt x="80386" y="311678"/>
                </a:lnTo>
                <a:lnTo>
                  <a:pt x="59806" y="271272"/>
                </a:lnTo>
                <a:lnTo>
                  <a:pt x="42050" y="229286"/>
                </a:lnTo>
                <a:lnTo>
                  <a:pt x="27244" y="185844"/>
                </a:lnTo>
                <a:lnTo>
                  <a:pt x="15511" y="141069"/>
                </a:lnTo>
                <a:lnTo>
                  <a:pt x="6976" y="95088"/>
                </a:lnTo>
                <a:lnTo>
                  <a:pt x="1764" y="48023"/>
                </a:lnTo>
                <a:lnTo>
                  <a:pt x="0" y="0"/>
                </a:lnTo>
                <a:lnTo>
                  <a:pt x="1286949" y="0"/>
                </a:lnTo>
                <a:lnTo>
                  <a:pt x="1285184" y="48023"/>
                </a:lnTo>
                <a:lnTo>
                  <a:pt x="1279972" y="95088"/>
                </a:lnTo>
                <a:lnTo>
                  <a:pt x="1271438" y="141069"/>
                </a:lnTo>
                <a:lnTo>
                  <a:pt x="1259705" y="185844"/>
                </a:lnTo>
                <a:lnTo>
                  <a:pt x="1244899" y="229286"/>
                </a:lnTo>
                <a:lnTo>
                  <a:pt x="1227143" y="271272"/>
                </a:lnTo>
                <a:lnTo>
                  <a:pt x="1206563" y="311678"/>
                </a:lnTo>
                <a:lnTo>
                  <a:pt x="1183281" y="350378"/>
                </a:lnTo>
                <a:lnTo>
                  <a:pt x="1157424" y="387249"/>
                </a:lnTo>
                <a:lnTo>
                  <a:pt x="1129116" y="422166"/>
                </a:lnTo>
                <a:lnTo>
                  <a:pt x="1098480" y="455005"/>
                </a:lnTo>
                <a:lnTo>
                  <a:pt x="1065641" y="485641"/>
                </a:lnTo>
                <a:lnTo>
                  <a:pt x="1030724" y="513950"/>
                </a:lnTo>
                <a:lnTo>
                  <a:pt x="993853" y="539807"/>
                </a:lnTo>
                <a:lnTo>
                  <a:pt x="955153" y="563088"/>
                </a:lnTo>
                <a:lnTo>
                  <a:pt x="914747" y="583668"/>
                </a:lnTo>
                <a:lnTo>
                  <a:pt x="872761" y="601424"/>
                </a:lnTo>
                <a:lnTo>
                  <a:pt x="829318" y="616230"/>
                </a:lnTo>
                <a:lnTo>
                  <a:pt x="784544" y="627963"/>
                </a:lnTo>
                <a:lnTo>
                  <a:pt x="738562" y="636498"/>
                </a:lnTo>
                <a:lnTo>
                  <a:pt x="691498" y="641709"/>
                </a:lnTo>
                <a:lnTo>
                  <a:pt x="643474" y="643474"/>
                </a:lnTo>
                <a:close/>
              </a:path>
            </a:pathLst>
          </a:custGeom>
          <a:solidFill>
            <a:srgbClr val="135CA0"/>
          </a:solidFill>
        </p:spPr>
        <p:txBody>
          <a:bodyPr wrap="square" lIns="0" tIns="0" rIns="0" bIns="0" rtlCol="0"/>
          <a:lstStyle/>
          <a:p>
            <a:endParaRPr/>
          </a:p>
        </p:txBody>
      </p:sp>
      <p:sp>
        <p:nvSpPr>
          <p:cNvPr id="5" name="object 5"/>
          <p:cNvSpPr/>
          <p:nvPr/>
        </p:nvSpPr>
        <p:spPr>
          <a:xfrm>
            <a:off x="1601906" y="9407010"/>
            <a:ext cx="194945" cy="661035"/>
          </a:xfrm>
          <a:custGeom>
            <a:avLst/>
            <a:gdLst/>
            <a:ahLst/>
            <a:cxnLst/>
            <a:rect l="l" t="t" r="r" b="b"/>
            <a:pathLst>
              <a:path w="194944" h="661034">
                <a:moveTo>
                  <a:pt x="194804" y="660586"/>
                </a:moveTo>
                <a:lnTo>
                  <a:pt x="194623" y="659324"/>
                </a:lnTo>
              </a:path>
              <a:path w="194944" h="661034">
                <a:moveTo>
                  <a:pt x="87" y="157"/>
                </a:moveTo>
                <a:lnTo>
                  <a:pt x="0" y="0"/>
                </a:lnTo>
              </a:path>
            </a:pathLst>
          </a:custGeom>
          <a:ln w="1904999">
            <a:solidFill>
              <a:srgbClr val="135CA0"/>
            </a:solidFill>
          </a:ln>
        </p:spPr>
        <p:txBody>
          <a:bodyPr wrap="square" lIns="0" tIns="0" rIns="0" bIns="0" rtlCol="0"/>
          <a:lstStyle/>
          <a:p>
            <a:endParaRPr/>
          </a:p>
        </p:txBody>
      </p:sp>
      <p:sp>
        <p:nvSpPr>
          <p:cNvPr id="13" name="TextBox 12">
            <a:extLst>
              <a:ext uri="{FF2B5EF4-FFF2-40B4-BE49-F238E27FC236}">
                <a16:creationId xmlns:a16="http://schemas.microsoft.com/office/drawing/2014/main" id="{128EA165-7A93-54AA-E68D-DF548B2C82B7}"/>
              </a:ext>
            </a:extLst>
          </p:cNvPr>
          <p:cNvSpPr txBox="1"/>
          <p:nvPr/>
        </p:nvSpPr>
        <p:spPr>
          <a:xfrm>
            <a:off x="533399" y="2628900"/>
            <a:ext cx="11277601" cy="1446550"/>
          </a:xfrm>
          <a:prstGeom prst="rect">
            <a:avLst/>
          </a:prstGeom>
          <a:noFill/>
        </p:spPr>
        <p:txBody>
          <a:bodyPr wrap="square">
            <a:spAutoFit/>
          </a:bodyPr>
          <a:lstStyle/>
          <a:p>
            <a:r>
              <a:rPr lang="en-IN" sz="4400" b="1" dirty="0">
                <a:latin typeface="Arial" panose="020B0604020202020204" pitchFamily="34" charset="0"/>
                <a:cs typeface="Arial" panose="020B0604020202020204" pitchFamily="34" charset="0"/>
              </a:rPr>
              <a:t>Predicting Cancer Likelihood Using Lifestyle and Health Factors</a:t>
            </a:r>
          </a:p>
        </p:txBody>
      </p:sp>
      <p:sp>
        <p:nvSpPr>
          <p:cNvPr id="18" name="object 4">
            <a:extLst>
              <a:ext uri="{FF2B5EF4-FFF2-40B4-BE49-F238E27FC236}">
                <a16:creationId xmlns:a16="http://schemas.microsoft.com/office/drawing/2014/main" id="{75E49529-0D83-BD94-5BB6-68E1EA3AA723}"/>
              </a:ext>
            </a:extLst>
          </p:cNvPr>
          <p:cNvSpPr/>
          <p:nvPr/>
        </p:nvSpPr>
        <p:spPr>
          <a:xfrm>
            <a:off x="8711252" y="4676468"/>
            <a:ext cx="8866496" cy="3963035"/>
          </a:xfrm>
          <a:custGeom>
            <a:avLst/>
            <a:gdLst/>
            <a:ahLst/>
            <a:cxnLst/>
            <a:rect l="l" t="t" r="r" b="b"/>
            <a:pathLst>
              <a:path w="11548110" h="5106034">
                <a:moveTo>
                  <a:pt x="11548079" y="5105886"/>
                </a:moveTo>
                <a:lnTo>
                  <a:pt x="0" y="5105886"/>
                </a:lnTo>
                <a:lnTo>
                  <a:pt x="0" y="0"/>
                </a:lnTo>
                <a:lnTo>
                  <a:pt x="11548079" y="0"/>
                </a:lnTo>
                <a:lnTo>
                  <a:pt x="11548079" y="5105886"/>
                </a:lnTo>
                <a:close/>
              </a:path>
            </a:pathLst>
          </a:custGeom>
          <a:solidFill>
            <a:srgbClr val="135CA0"/>
          </a:solidFill>
        </p:spPr>
        <p:txBody>
          <a:bodyPr wrap="square" lIns="0" tIns="0" rIns="0" bIns="0" rtlCol="0"/>
          <a:lstStyle/>
          <a:p>
            <a:endParaRPr/>
          </a:p>
        </p:txBody>
      </p:sp>
      <p:pic>
        <p:nvPicPr>
          <p:cNvPr id="19" name="Picture 2" descr="Machine Learning in Healthcare">
            <a:extLst>
              <a:ext uri="{FF2B5EF4-FFF2-40B4-BE49-F238E27FC236}">
                <a16:creationId xmlns:a16="http://schemas.microsoft.com/office/drawing/2014/main" id="{71F923A5-14C4-39EE-1896-77C994BCB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600" y="4865047"/>
            <a:ext cx="8153400" cy="487248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0C027A0-6183-0430-C874-DC39AECE1CEB}"/>
              </a:ext>
            </a:extLst>
          </p:cNvPr>
          <p:cNvSpPr txBox="1"/>
          <p:nvPr/>
        </p:nvSpPr>
        <p:spPr>
          <a:xfrm>
            <a:off x="3442648" y="4494628"/>
            <a:ext cx="9573904" cy="954107"/>
          </a:xfrm>
          <a:prstGeom prst="rect">
            <a:avLst/>
          </a:prstGeom>
          <a:noFill/>
        </p:spPr>
        <p:txBody>
          <a:bodyPr wrap="square">
            <a:spAutoFit/>
          </a:bodyPr>
          <a:lstStyle/>
          <a:p>
            <a:pPr algn="l"/>
            <a:r>
              <a:rPr lang="en-IN" sz="2800" dirty="0">
                <a:solidFill>
                  <a:srgbClr val="000000"/>
                </a:solidFill>
              </a:rPr>
              <a:t>Name: Dubba Sruthi</a:t>
            </a:r>
          </a:p>
          <a:p>
            <a:pPr algn="l"/>
            <a:r>
              <a:rPr lang="en-IN" sz="2800" dirty="0">
                <a:solidFill>
                  <a:srgbClr val="000000"/>
                </a:solidFill>
              </a:rPr>
              <a:t>Student id: S3544788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796731" y="0"/>
            <a:ext cx="6491605" cy="10287000"/>
            <a:chOff x="11796731" y="0"/>
            <a:chExt cx="6491605" cy="10287000"/>
          </a:xfrm>
        </p:grpSpPr>
        <p:sp>
          <p:nvSpPr>
            <p:cNvPr id="3" name="object 3"/>
            <p:cNvSpPr/>
            <p:nvPr/>
          </p:nvSpPr>
          <p:spPr>
            <a:xfrm>
              <a:off x="14517813" y="0"/>
              <a:ext cx="3770629" cy="10287000"/>
            </a:xfrm>
            <a:custGeom>
              <a:avLst/>
              <a:gdLst/>
              <a:ahLst/>
              <a:cxnLst/>
              <a:rect l="l" t="t" r="r" b="b"/>
              <a:pathLst>
                <a:path w="3770630" h="10287000">
                  <a:moveTo>
                    <a:pt x="3770185" y="10286999"/>
                  </a:moveTo>
                  <a:lnTo>
                    <a:pt x="0" y="10286999"/>
                  </a:lnTo>
                  <a:lnTo>
                    <a:pt x="0" y="0"/>
                  </a:lnTo>
                  <a:lnTo>
                    <a:pt x="3770185" y="0"/>
                  </a:lnTo>
                  <a:lnTo>
                    <a:pt x="3770185" y="10286999"/>
                  </a:lnTo>
                  <a:close/>
                </a:path>
              </a:pathLst>
            </a:custGeom>
            <a:solidFill>
              <a:srgbClr val="135CA0"/>
            </a:solidFill>
          </p:spPr>
          <p:txBody>
            <a:bodyPr wrap="square" lIns="0" tIns="0" rIns="0" bIns="0" rtlCol="0"/>
            <a:lstStyle/>
            <a:p>
              <a:endParaRPr/>
            </a:p>
          </p:txBody>
        </p:sp>
        <p:pic>
          <p:nvPicPr>
            <p:cNvPr id="4" name="object 4"/>
            <p:cNvPicPr/>
            <p:nvPr/>
          </p:nvPicPr>
          <p:blipFill>
            <a:blip r:embed="rId2" cstate="print"/>
            <a:stretch>
              <a:fillRect/>
            </a:stretch>
          </p:blipFill>
          <p:spPr>
            <a:xfrm>
              <a:off x="11796731" y="447246"/>
              <a:ext cx="5972174" cy="9391649"/>
            </a:xfrm>
            <a:prstGeom prst="rect">
              <a:avLst/>
            </a:prstGeom>
          </p:spPr>
        </p:pic>
      </p:grpSp>
      <p:sp>
        <p:nvSpPr>
          <p:cNvPr id="5" name="object 5"/>
          <p:cNvSpPr txBox="1">
            <a:spLocks noGrp="1"/>
          </p:cNvSpPr>
          <p:nvPr>
            <p:ph type="title"/>
          </p:nvPr>
        </p:nvSpPr>
        <p:spPr>
          <a:xfrm>
            <a:off x="3650459" y="1710723"/>
            <a:ext cx="4646930" cy="846386"/>
          </a:xfrm>
          <a:prstGeom prst="rect">
            <a:avLst/>
          </a:prstGeom>
        </p:spPr>
        <p:txBody>
          <a:bodyPr vert="horz" wrap="square" lIns="0" tIns="15240" rIns="0" bIns="0" rtlCol="0">
            <a:spAutoFit/>
          </a:bodyPr>
          <a:lstStyle/>
          <a:p>
            <a:pPr marL="12700">
              <a:lnSpc>
                <a:spcPct val="100000"/>
              </a:lnSpc>
              <a:spcBef>
                <a:spcPts val="120"/>
              </a:spcBef>
            </a:pPr>
            <a:r>
              <a:rPr sz="5400" b="1" spc="180" dirty="0">
                <a:latin typeface="+mj-lt"/>
                <a:cs typeface="Tahoma"/>
              </a:rPr>
              <a:t>Overview</a:t>
            </a:r>
            <a:endParaRPr sz="5400" dirty="0">
              <a:latin typeface="+mj-lt"/>
              <a:cs typeface="Tahoma"/>
            </a:endParaRPr>
          </a:p>
        </p:txBody>
      </p:sp>
      <p:sp>
        <p:nvSpPr>
          <p:cNvPr id="6" name="object 6"/>
          <p:cNvSpPr/>
          <p:nvPr/>
        </p:nvSpPr>
        <p:spPr>
          <a:xfrm>
            <a:off x="75187" y="62548"/>
            <a:ext cx="2210813" cy="2057400"/>
          </a:xfrm>
          <a:custGeom>
            <a:avLst/>
            <a:gdLst/>
            <a:ahLst/>
            <a:cxnLst/>
            <a:rect l="l" t="t" r="r" b="b"/>
            <a:pathLst>
              <a:path w="1791335" h="2057400">
                <a:moveTo>
                  <a:pt x="0" y="2057034"/>
                </a:moveTo>
                <a:lnTo>
                  <a:pt x="20877" y="2056241"/>
                </a:lnTo>
                <a:lnTo>
                  <a:pt x="68468" y="2053225"/>
                </a:lnTo>
                <a:lnTo>
                  <a:pt x="115728" y="2049029"/>
                </a:lnTo>
                <a:lnTo>
                  <a:pt x="142471" y="2045971"/>
                </a:lnTo>
              </a:path>
              <a:path w="1791335" h="2057400">
                <a:moveTo>
                  <a:pt x="142471" y="2045971"/>
                </a:moveTo>
                <a:lnTo>
                  <a:pt x="162644" y="2043666"/>
                </a:lnTo>
                <a:lnTo>
                  <a:pt x="209200" y="2037151"/>
                </a:lnTo>
                <a:lnTo>
                  <a:pt x="232616" y="2033271"/>
                </a:lnTo>
              </a:path>
              <a:path w="1791335" h="2057400">
                <a:moveTo>
                  <a:pt x="232616" y="2033271"/>
                </a:moveTo>
                <a:lnTo>
                  <a:pt x="301175" y="2020726"/>
                </a:lnTo>
                <a:lnTo>
                  <a:pt x="346565" y="2010845"/>
                </a:lnTo>
                <a:lnTo>
                  <a:pt x="391537" y="1999871"/>
                </a:lnTo>
                <a:lnTo>
                  <a:pt x="436076" y="1987818"/>
                </a:lnTo>
                <a:lnTo>
                  <a:pt x="480167" y="1974702"/>
                </a:lnTo>
                <a:lnTo>
                  <a:pt x="523797" y="1960538"/>
                </a:lnTo>
                <a:lnTo>
                  <a:pt x="566949" y="1945339"/>
                </a:lnTo>
                <a:lnTo>
                  <a:pt x="609610" y="1929120"/>
                </a:lnTo>
                <a:lnTo>
                  <a:pt x="651765" y="1911897"/>
                </a:lnTo>
                <a:lnTo>
                  <a:pt x="693399" y="1893683"/>
                </a:lnTo>
                <a:lnTo>
                  <a:pt x="734498" y="1874494"/>
                </a:lnTo>
                <a:lnTo>
                  <a:pt x="775047" y="1854344"/>
                </a:lnTo>
                <a:lnTo>
                  <a:pt x="815030" y="1833248"/>
                </a:lnTo>
                <a:lnTo>
                  <a:pt x="854435" y="1811220"/>
                </a:lnTo>
                <a:lnTo>
                  <a:pt x="893245" y="1788275"/>
                </a:lnTo>
                <a:lnTo>
                  <a:pt x="931446" y="1764429"/>
                </a:lnTo>
                <a:lnTo>
                  <a:pt x="969024" y="1739694"/>
                </a:lnTo>
                <a:lnTo>
                  <a:pt x="1005964" y="1714087"/>
                </a:lnTo>
                <a:lnTo>
                  <a:pt x="1042251" y="1687622"/>
                </a:lnTo>
                <a:lnTo>
                  <a:pt x="1077870" y="1660313"/>
                </a:lnTo>
                <a:lnTo>
                  <a:pt x="1112807" y="1632175"/>
                </a:lnTo>
                <a:lnTo>
                  <a:pt x="1147048" y="1603223"/>
                </a:lnTo>
                <a:lnTo>
                  <a:pt x="1180577" y="1573472"/>
                </a:lnTo>
                <a:lnTo>
                  <a:pt x="1213379" y="1542936"/>
                </a:lnTo>
                <a:lnTo>
                  <a:pt x="1245441" y="1511629"/>
                </a:lnTo>
                <a:lnTo>
                  <a:pt x="1276748" y="1479567"/>
                </a:lnTo>
                <a:lnTo>
                  <a:pt x="1307284" y="1446765"/>
                </a:lnTo>
                <a:lnTo>
                  <a:pt x="1337035" y="1413236"/>
                </a:lnTo>
                <a:lnTo>
                  <a:pt x="1365987" y="1378995"/>
                </a:lnTo>
                <a:lnTo>
                  <a:pt x="1394125" y="1344058"/>
                </a:lnTo>
                <a:lnTo>
                  <a:pt x="1421434" y="1308439"/>
                </a:lnTo>
                <a:lnTo>
                  <a:pt x="1447899" y="1272152"/>
                </a:lnTo>
                <a:lnTo>
                  <a:pt x="1473506" y="1235212"/>
                </a:lnTo>
                <a:lnTo>
                  <a:pt x="1498241" y="1197634"/>
                </a:lnTo>
                <a:lnTo>
                  <a:pt x="1522087" y="1159433"/>
                </a:lnTo>
                <a:lnTo>
                  <a:pt x="1545032" y="1120623"/>
                </a:lnTo>
                <a:lnTo>
                  <a:pt x="1567060" y="1081218"/>
                </a:lnTo>
                <a:lnTo>
                  <a:pt x="1588156" y="1041235"/>
                </a:lnTo>
                <a:lnTo>
                  <a:pt x="1608306" y="1000686"/>
                </a:lnTo>
                <a:lnTo>
                  <a:pt x="1627495" y="959587"/>
                </a:lnTo>
                <a:lnTo>
                  <a:pt x="1645709" y="917953"/>
                </a:lnTo>
                <a:lnTo>
                  <a:pt x="1662932" y="875798"/>
                </a:lnTo>
                <a:lnTo>
                  <a:pt x="1679151" y="833137"/>
                </a:lnTo>
                <a:lnTo>
                  <a:pt x="1694350" y="789985"/>
                </a:lnTo>
                <a:lnTo>
                  <a:pt x="1708514" y="746355"/>
                </a:lnTo>
                <a:lnTo>
                  <a:pt x="1721630" y="702264"/>
                </a:lnTo>
                <a:lnTo>
                  <a:pt x="1733683" y="657725"/>
                </a:lnTo>
                <a:lnTo>
                  <a:pt x="1744657" y="612753"/>
                </a:lnTo>
                <a:lnTo>
                  <a:pt x="1754538" y="567363"/>
                </a:lnTo>
                <a:lnTo>
                  <a:pt x="1763237" y="521957"/>
                </a:lnTo>
                <a:lnTo>
                  <a:pt x="1763316" y="521571"/>
                </a:lnTo>
                <a:lnTo>
                  <a:pt x="1770963" y="475388"/>
                </a:lnTo>
                <a:lnTo>
                  <a:pt x="1777478" y="428832"/>
                </a:lnTo>
                <a:lnTo>
                  <a:pt x="1782800" y="382267"/>
                </a:lnTo>
                <a:lnTo>
                  <a:pt x="1787037" y="334656"/>
                </a:lnTo>
                <a:lnTo>
                  <a:pt x="1790053" y="287066"/>
                </a:lnTo>
                <a:lnTo>
                  <a:pt x="1790846" y="266188"/>
                </a:lnTo>
              </a:path>
              <a:path w="1791335" h="2057400">
                <a:moveTo>
                  <a:pt x="1782953" y="1262"/>
                </a:moveTo>
                <a:lnTo>
                  <a:pt x="1782772" y="0"/>
                </a:lnTo>
              </a:path>
            </a:pathLst>
          </a:custGeom>
          <a:ln w="1904999">
            <a:solidFill>
              <a:srgbClr val="135CA0"/>
            </a:solidFill>
          </a:ln>
        </p:spPr>
        <p:txBody>
          <a:bodyPr wrap="square" lIns="0" tIns="0" rIns="0" bIns="0" rtlCol="0"/>
          <a:lstStyle/>
          <a:p>
            <a:endParaRPr/>
          </a:p>
        </p:txBody>
      </p:sp>
      <p:sp>
        <p:nvSpPr>
          <p:cNvPr id="7" name="object 7"/>
          <p:cNvSpPr/>
          <p:nvPr/>
        </p:nvSpPr>
        <p:spPr>
          <a:xfrm>
            <a:off x="2941193" y="3443934"/>
            <a:ext cx="453390" cy="510540"/>
          </a:xfrm>
          <a:custGeom>
            <a:avLst/>
            <a:gdLst/>
            <a:ahLst/>
            <a:cxnLst/>
            <a:rect l="l" t="t" r="r" b="b"/>
            <a:pathLst>
              <a:path w="453389" h="510539">
                <a:moveTo>
                  <a:pt x="280047" y="252183"/>
                </a:moveTo>
                <a:lnTo>
                  <a:pt x="269430" y="244970"/>
                </a:lnTo>
                <a:lnTo>
                  <a:pt x="269430" y="131864"/>
                </a:lnTo>
                <a:lnTo>
                  <a:pt x="251777" y="119875"/>
                </a:lnTo>
                <a:lnTo>
                  <a:pt x="251777" y="232981"/>
                </a:lnTo>
                <a:lnTo>
                  <a:pt x="225298" y="215011"/>
                </a:lnTo>
                <a:lnTo>
                  <a:pt x="225298" y="101892"/>
                </a:lnTo>
                <a:lnTo>
                  <a:pt x="207632" y="89903"/>
                </a:lnTo>
                <a:lnTo>
                  <a:pt x="207632" y="203022"/>
                </a:lnTo>
                <a:lnTo>
                  <a:pt x="181165" y="185039"/>
                </a:lnTo>
                <a:lnTo>
                  <a:pt x="181165" y="71932"/>
                </a:lnTo>
                <a:lnTo>
                  <a:pt x="163499" y="59931"/>
                </a:lnTo>
                <a:lnTo>
                  <a:pt x="163499" y="173037"/>
                </a:lnTo>
                <a:lnTo>
                  <a:pt x="137020" y="155067"/>
                </a:lnTo>
                <a:lnTo>
                  <a:pt x="137020" y="41948"/>
                </a:lnTo>
                <a:lnTo>
                  <a:pt x="119354" y="29959"/>
                </a:lnTo>
                <a:lnTo>
                  <a:pt x="119354" y="143078"/>
                </a:lnTo>
                <a:lnTo>
                  <a:pt x="92887" y="125095"/>
                </a:lnTo>
                <a:lnTo>
                  <a:pt x="92887" y="11988"/>
                </a:lnTo>
                <a:lnTo>
                  <a:pt x="75222" y="0"/>
                </a:lnTo>
                <a:lnTo>
                  <a:pt x="75222" y="113106"/>
                </a:lnTo>
                <a:lnTo>
                  <a:pt x="0" y="62039"/>
                </a:lnTo>
                <a:lnTo>
                  <a:pt x="25" y="442353"/>
                </a:lnTo>
                <a:lnTo>
                  <a:pt x="75222" y="391287"/>
                </a:lnTo>
                <a:lnTo>
                  <a:pt x="75222" y="443318"/>
                </a:lnTo>
                <a:lnTo>
                  <a:pt x="75222" y="510374"/>
                </a:lnTo>
                <a:lnTo>
                  <a:pt x="92887" y="498386"/>
                </a:lnTo>
                <a:lnTo>
                  <a:pt x="92887" y="379285"/>
                </a:lnTo>
                <a:lnTo>
                  <a:pt x="119354" y="361315"/>
                </a:lnTo>
                <a:lnTo>
                  <a:pt x="119354" y="480402"/>
                </a:lnTo>
                <a:lnTo>
                  <a:pt x="137020" y="468414"/>
                </a:lnTo>
                <a:lnTo>
                  <a:pt x="137020" y="349326"/>
                </a:lnTo>
                <a:lnTo>
                  <a:pt x="163499" y="331343"/>
                </a:lnTo>
                <a:lnTo>
                  <a:pt x="163499" y="450430"/>
                </a:lnTo>
                <a:lnTo>
                  <a:pt x="181165" y="438442"/>
                </a:lnTo>
                <a:lnTo>
                  <a:pt x="181165" y="319341"/>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02"/>
                </a:lnTo>
                <a:lnTo>
                  <a:pt x="313563" y="348526"/>
                </a:lnTo>
                <a:lnTo>
                  <a:pt x="313563" y="161836"/>
                </a:lnTo>
                <a:close/>
              </a:path>
              <a:path w="453389" h="510539">
                <a:moveTo>
                  <a:pt x="357708" y="191795"/>
                </a:moveTo>
                <a:lnTo>
                  <a:pt x="340042" y="179806"/>
                </a:lnTo>
                <a:lnTo>
                  <a:pt x="340042" y="330542"/>
                </a:lnTo>
                <a:lnTo>
                  <a:pt x="357708" y="318528"/>
                </a:lnTo>
                <a:lnTo>
                  <a:pt x="357708" y="191795"/>
                </a:lnTo>
                <a:close/>
              </a:path>
              <a:path w="453389" h="510539">
                <a:moveTo>
                  <a:pt x="401853" y="221780"/>
                </a:moveTo>
                <a:lnTo>
                  <a:pt x="384187" y="209778"/>
                </a:lnTo>
                <a:lnTo>
                  <a:pt x="384187" y="300558"/>
                </a:lnTo>
                <a:lnTo>
                  <a:pt x="401853" y="288569"/>
                </a:lnTo>
                <a:lnTo>
                  <a:pt x="401853" y="221780"/>
                </a:lnTo>
                <a:close/>
              </a:path>
              <a:path w="453389" h="510539">
                <a:moveTo>
                  <a:pt x="453364" y="255193"/>
                </a:moveTo>
                <a:lnTo>
                  <a:pt x="428332" y="239750"/>
                </a:lnTo>
                <a:lnTo>
                  <a:pt x="428332" y="270573"/>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8" name="object 8"/>
          <p:cNvSpPr txBox="1"/>
          <p:nvPr/>
        </p:nvSpPr>
        <p:spPr>
          <a:xfrm>
            <a:off x="3410189" y="3333198"/>
            <a:ext cx="5928280" cy="559961"/>
          </a:xfrm>
          <a:prstGeom prst="rect">
            <a:avLst/>
          </a:prstGeom>
        </p:spPr>
        <p:txBody>
          <a:bodyPr vert="horz" wrap="square" lIns="0" tIns="12700" rIns="0" bIns="0" rtlCol="0">
            <a:spAutoFit/>
          </a:bodyPr>
          <a:lstStyle/>
          <a:p>
            <a:pPr marL="12700" marR="586105">
              <a:lnSpc>
                <a:spcPct val="144000"/>
              </a:lnSpc>
              <a:spcBef>
                <a:spcPts val="100"/>
              </a:spcBef>
            </a:pPr>
            <a:r>
              <a:rPr lang="en-IN" sz="2800" dirty="0">
                <a:latin typeface="Arial" panose="020B0604020202020204" pitchFamily="34" charset="0"/>
                <a:cs typeface="Arial" panose="020B0604020202020204" pitchFamily="34" charset="0"/>
              </a:rPr>
              <a:t>Introduction and Background</a:t>
            </a:r>
            <a:endParaRPr sz="2800" dirty="0">
              <a:latin typeface="Arial" panose="020B0604020202020204" pitchFamily="34" charset="0"/>
              <a:cs typeface="Arial" panose="020B0604020202020204" pitchFamily="34" charset="0"/>
            </a:endParaRPr>
          </a:p>
        </p:txBody>
      </p:sp>
      <p:sp>
        <p:nvSpPr>
          <p:cNvPr id="9" name="object 9"/>
          <p:cNvSpPr txBox="1"/>
          <p:nvPr/>
        </p:nvSpPr>
        <p:spPr>
          <a:xfrm>
            <a:off x="8839200" y="3252443"/>
            <a:ext cx="990599" cy="5061001"/>
          </a:xfrm>
          <a:prstGeom prst="rect">
            <a:avLst/>
          </a:prstGeom>
        </p:spPr>
        <p:txBody>
          <a:bodyPr vert="horz" wrap="square" lIns="0" tIns="203835" rIns="0" bIns="0" rtlCol="0">
            <a:spAutoFit/>
          </a:bodyPr>
          <a:lstStyle/>
          <a:p>
            <a:pPr marL="126364">
              <a:lnSpc>
                <a:spcPct val="100000"/>
              </a:lnSpc>
              <a:spcBef>
                <a:spcPts val="1605"/>
              </a:spcBef>
            </a:pPr>
            <a:r>
              <a:rPr sz="2800" spc="-515" dirty="0">
                <a:solidFill>
                  <a:srgbClr val="041C40"/>
                </a:solidFill>
                <a:latin typeface="Arial" panose="020B0604020202020204" pitchFamily="34" charset="0"/>
                <a:cs typeface="Arial" panose="020B0604020202020204" pitchFamily="34" charset="0"/>
              </a:rPr>
              <a:t>01</a:t>
            </a:r>
            <a:endParaRPr sz="2800" dirty="0">
              <a:latin typeface="Arial" panose="020B0604020202020204" pitchFamily="34" charset="0"/>
              <a:cs typeface="Arial" panose="020B0604020202020204" pitchFamily="34" charset="0"/>
            </a:endParaRPr>
          </a:p>
          <a:p>
            <a:pPr marL="34290">
              <a:lnSpc>
                <a:spcPct val="100000"/>
              </a:lnSpc>
              <a:spcBef>
                <a:spcPts val="1505"/>
              </a:spcBef>
            </a:pPr>
            <a:r>
              <a:rPr sz="2800" spc="-85" dirty="0">
                <a:solidFill>
                  <a:srgbClr val="041C40"/>
                </a:solidFill>
                <a:latin typeface="Arial" panose="020B0604020202020204" pitchFamily="34" charset="0"/>
                <a:cs typeface="Arial" panose="020B0604020202020204" pitchFamily="34" charset="0"/>
              </a:rPr>
              <a:t>02</a:t>
            </a:r>
            <a:endParaRPr sz="2800" dirty="0">
              <a:latin typeface="Arial" panose="020B0604020202020204" pitchFamily="34" charset="0"/>
              <a:cs typeface="Arial" panose="020B0604020202020204" pitchFamily="34" charset="0"/>
            </a:endParaRPr>
          </a:p>
          <a:p>
            <a:pPr marL="29209">
              <a:lnSpc>
                <a:spcPct val="100000"/>
              </a:lnSpc>
              <a:spcBef>
                <a:spcPts val="1500"/>
              </a:spcBef>
            </a:pPr>
            <a:r>
              <a:rPr sz="2800" spc="-65" dirty="0">
                <a:solidFill>
                  <a:srgbClr val="041C40"/>
                </a:solidFill>
                <a:latin typeface="Arial" panose="020B0604020202020204" pitchFamily="34" charset="0"/>
                <a:cs typeface="Arial" panose="020B0604020202020204" pitchFamily="34" charset="0"/>
              </a:rPr>
              <a:t>03</a:t>
            </a:r>
            <a:endParaRPr sz="2800" dirty="0">
              <a:latin typeface="Arial" panose="020B0604020202020204" pitchFamily="34" charset="0"/>
              <a:cs typeface="Arial" panose="020B0604020202020204" pitchFamily="34" charset="0"/>
            </a:endParaRPr>
          </a:p>
          <a:p>
            <a:pPr marL="14604">
              <a:lnSpc>
                <a:spcPct val="100000"/>
              </a:lnSpc>
              <a:spcBef>
                <a:spcPts val="1505"/>
              </a:spcBef>
            </a:pPr>
            <a:r>
              <a:rPr sz="2800" spc="-25" dirty="0">
                <a:solidFill>
                  <a:srgbClr val="041C40"/>
                </a:solidFill>
                <a:latin typeface="Arial" panose="020B0604020202020204" pitchFamily="34" charset="0"/>
                <a:cs typeface="Arial" panose="020B0604020202020204" pitchFamily="34" charset="0"/>
              </a:rPr>
              <a:t>04</a:t>
            </a:r>
            <a:endParaRPr sz="2800" dirty="0">
              <a:latin typeface="Arial" panose="020B0604020202020204" pitchFamily="34" charset="0"/>
              <a:cs typeface="Arial" panose="020B0604020202020204" pitchFamily="34" charset="0"/>
            </a:endParaRPr>
          </a:p>
          <a:p>
            <a:pPr marL="14604">
              <a:lnSpc>
                <a:spcPct val="100000"/>
              </a:lnSpc>
              <a:spcBef>
                <a:spcPts val="1505"/>
              </a:spcBef>
            </a:pPr>
            <a:r>
              <a:rPr sz="2800" spc="-25" dirty="0">
                <a:solidFill>
                  <a:srgbClr val="041C40"/>
                </a:solidFill>
                <a:latin typeface="Arial" panose="020B0604020202020204" pitchFamily="34" charset="0"/>
                <a:cs typeface="Arial" panose="020B0604020202020204" pitchFamily="34" charset="0"/>
              </a:rPr>
              <a:t>05</a:t>
            </a:r>
            <a:endParaRPr sz="2800" dirty="0">
              <a:latin typeface="Arial" panose="020B0604020202020204" pitchFamily="34" charset="0"/>
              <a:cs typeface="Arial" panose="020B0604020202020204" pitchFamily="34" charset="0"/>
            </a:endParaRPr>
          </a:p>
          <a:p>
            <a:pPr marL="12700">
              <a:lnSpc>
                <a:spcPct val="100000"/>
              </a:lnSpc>
              <a:spcBef>
                <a:spcPts val="1505"/>
              </a:spcBef>
            </a:pPr>
            <a:r>
              <a:rPr sz="2800" spc="-25" dirty="0">
                <a:solidFill>
                  <a:srgbClr val="041C40"/>
                </a:solidFill>
                <a:latin typeface="Arial" panose="020B0604020202020204" pitchFamily="34" charset="0"/>
                <a:cs typeface="Arial" panose="020B0604020202020204" pitchFamily="34" charset="0"/>
              </a:rPr>
              <a:t>06</a:t>
            </a:r>
            <a:endParaRPr sz="2800" dirty="0">
              <a:latin typeface="Arial" panose="020B0604020202020204" pitchFamily="34" charset="0"/>
              <a:cs typeface="Arial" panose="020B0604020202020204" pitchFamily="34" charset="0"/>
            </a:endParaRPr>
          </a:p>
          <a:p>
            <a:pPr marL="44450">
              <a:lnSpc>
                <a:spcPct val="100000"/>
              </a:lnSpc>
              <a:spcBef>
                <a:spcPts val="1505"/>
              </a:spcBef>
            </a:pPr>
            <a:r>
              <a:rPr sz="2800" spc="-125" dirty="0">
                <a:solidFill>
                  <a:srgbClr val="041C40"/>
                </a:solidFill>
                <a:latin typeface="Arial" panose="020B0604020202020204" pitchFamily="34" charset="0"/>
                <a:cs typeface="Arial" panose="020B0604020202020204" pitchFamily="34" charset="0"/>
              </a:rPr>
              <a:t>07</a:t>
            </a:r>
            <a:endParaRPr sz="2800" dirty="0">
              <a:latin typeface="Arial" panose="020B0604020202020204" pitchFamily="34" charset="0"/>
              <a:cs typeface="Arial" panose="020B0604020202020204" pitchFamily="34" charset="0"/>
            </a:endParaRPr>
          </a:p>
          <a:p>
            <a:pPr marL="13970">
              <a:lnSpc>
                <a:spcPct val="100000"/>
              </a:lnSpc>
              <a:spcBef>
                <a:spcPts val="1505"/>
              </a:spcBef>
            </a:pPr>
            <a:r>
              <a:rPr sz="2800" spc="-25" dirty="0">
                <a:solidFill>
                  <a:srgbClr val="041C40"/>
                </a:solidFill>
                <a:latin typeface="Arial" panose="020B0604020202020204" pitchFamily="34" charset="0"/>
                <a:cs typeface="Arial" panose="020B0604020202020204" pitchFamily="34" charset="0"/>
              </a:rPr>
              <a:t>08</a:t>
            </a:r>
            <a:endParaRPr sz="2800" dirty="0">
              <a:latin typeface="Arial" panose="020B0604020202020204" pitchFamily="34" charset="0"/>
              <a:cs typeface="Arial" panose="020B0604020202020204" pitchFamily="34" charset="0"/>
            </a:endParaRPr>
          </a:p>
        </p:txBody>
      </p:sp>
      <p:sp>
        <p:nvSpPr>
          <p:cNvPr id="10" name="object 10"/>
          <p:cNvSpPr/>
          <p:nvPr/>
        </p:nvSpPr>
        <p:spPr>
          <a:xfrm>
            <a:off x="2941193" y="4069434"/>
            <a:ext cx="453390" cy="510540"/>
          </a:xfrm>
          <a:custGeom>
            <a:avLst/>
            <a:gdLst/>
            <a:ahLst/>
            <a:cxnLst/>
            <a:rect l="l" t="t" r="r" b="b"/>
            <a:pathLst>
              <a:path w="453389" h="510539">
                <a:moveTo>
                  <a:pt x="280047" y="252183"/>
                </a:moveTo>
                <a:lnTo>
                  <a:pt x="269430" y="244970"/>
                </a:lnTo>
                <a:lnTo>
                  <a:pt x="269430" y="131864"/>
                </a:lnTo>
                <a:lnTo>
                  <a:pt x="251777" y="119875"/>
                </a:lnTo>
                <a:lnTo>
                  <a:pt x="251777" y="232994"/>
                </a:lnTo>
                <a:lnTo>
                  <a:pt x="225298" y="215011"/>
                </a:lnTo>
                <a:lnTo>
                  <a:pt x="225298" y="101904"/>
                </a:lnTo>
                <a:lnTo>
                  <a:pt x="207632" y="89916"/>
                </a:lnTo>
                <a:lnTo>
                  <a:pt x="207632" y="203022"/>
                </a:lnTo>
                <a:lnTo>
                  <a:pt x="181165" y="185051"/>
                </a:lnTo>
                <a:lnTo>
                  <a:pt x="181165" y="71932"/>
                </a:lnTo>
                <a:lnTo>
                  <a:pt x="163499" y="59931"/>
                </a:lnTo>
                <a:lnTo>
                  <a:pt x="163499" y="173050"/>
                </a:lnTo>
                <a:lnTo>
                  <a:pt x="137020" y="155067"/>
                </a:lnTo>
                <a:lnTo>
                  <a:pt x="137020" y="41960"/>
                </a:lnTo>
                <a:lnTo>
                  <a:pt x="119354" y="29972"/>
                </a:lnTo>
                <a:lnTo>
                  <a:pt x="119354" y="143078"/>
                </a:lnTo>
                <a:lnTo>
                  <a:pt x="92887" y="125107"/>
                </a:lnTo>
                <a:lnTo>
                  <a:pt x="92887" y="11988"/>
                </a:lnTo>
                <a:lnTo>
                  <a:pt x="75222" y="0"/>
                </a:lnTo>
                <a:lnTo>
                  <a:pt x="75222" y="113118"/>
                </a:lnTo>
                <a:lnTo>
                  <a:pt x="0" y="62039"/>
                </a:lnTo>
                <a:lnTo>
                  <a:pt x="25" y="442353"/>
                </a:lnTo>
                <a:lnTo>
                  <a:pt x="75222" y="391299"/>
                </a:lnTo>
                <a:lnTo>
                  <a:pt x="75222" y="443318"/>
                </a:lnTo>
                <a:lnTo>
                  <a:pt x="75222" y="510387"/>
                </a:lnTo>
                <a:lnTo>
                  <a:pt x="92887" y="498398"/>
                </a:lnTo>
                <a:lnTo>
                  <a:pt x="92887" y="379298"/>
                </a:lnTo>
                <a:lnTo>
                  <a:pt x="119354" y="361315"/>
                </a:lnTo>
                <a:lnTo>
                  <a:pt x="119354" y="480402"/>
                </a:lnTo>
                <a:lnTo>
                  <a:pt x="137020" y="468426"/>
                </a:lnTo>
                <a:lnTo>
                  <a:pt x="137020" y="349326"/>
                </a:lnTo>
                <a:lnTo>
                  <a:pt x="163499" y="331343"/>
                </a:lnTo>
                <a:lnTo>
                  <a:pt x="163499" y="450430"/>
                </a:lnTo>
                <a:lnTo>
                  <a:pt x="181165" y="438442"/>
                </a:lnTo>
                <a:lnTo>
                  <a:pt x="181165" y="319341"/>
                </a:lnTo>
                <a:lnTo>
                  <a:pt x="207632" y="301371"/>
                </a:lnTo>
                <a:lnTo>
                  <a:pt x="207632" y="420458"/>
                </a:lnTo>
                <a:lnTo>
                  <a:pt x="225298" y="408470"/>
                </a:lnTo>
                <a:lnTo>
                  <a:pt x="225298" y="289382"/>
                </a:lnTo>
                <a:lnTo>
                  <a:pt x="251777" y="271399"/>
                </a:lnTo>
                <a:lnTo>
                  <a:pt x="251777" y="390486"/>
                </a:lnTo>
                <a:lnTo>
                  <a:pt x="269430" y="378498"/>
                </a:lnTo>
                <a:lnTo>
                  <a:pt x="269430" y="259397"/>
                </a:lnTo>
                <a:lnTo>
                  <a:pt x="280047" y="252183"/>
                </a:lnTo>
                <a:close/>
              </a:path>
              <a:path w="453389" h="510539">
                <a:moveTo>
                  <a:pt x="313563" y="161836"/>
                </a:moveTo>
                <a:lnTo>
                  <a:pt x="295910" y="149847"/>
                </a:lnTo>
                <a:lnTo>
                  <a:pt x="295910" y="360514"/>
                </a:lnTo>
                <a:lnTo>
                  <a:pt x="313563" y="348526"/>
                </a:lnTo>
                <a:lnTo>
                  <a:pt x="313563" y="161836"/>
                </a:lnTo>
                <a:close/>
              </a:path>
              <a:path w="453389" h="510539">
                <a:moveTo>
                  <a:pt x="357708" y="191808"/>
                </a:moveTo>
                <a:lnTo>
                  <a:pt x="340042" y="179819"/>
                </a:lnTo>
                <a:lnTo>
                  <a:pt x="340042" y="330555"/>
                </a:lnTo>
                <a:lnTo>
                  <a:pt x="357708" y="318541"/>
                </a:lnTo>
                <a:lnTo>
                  <a:pt x="357708" y="191808"/>
                </a:lnTo>
                <a:close/>
              </a:path>
              <a:path w="453389" h="510539">
                <a:moveTo>
                  <a:pt x="401853" y="221780"/>
                </a:moveTo>
                <a:lnTo>
                  <a:pt x="384187" y="209778"/>
                </a:lnTo>
                <a:lnTo>
                  <a:pt x="384187" y="300558"/>
                </a:lnTo>
                <a:lnTo>
                  <a:pt x="401853" y="288569"/>
                </a:lnTo>
                <a:lnTo>
                  <a:pt x="401853" y="221780"/>
                </a:lnTo>
                <a:close/>
              </a:path>
              <a:path w="453389" h="510539">
                <a:moveTo>
                  <a:pt x="453364" y="255193"/>
                </a:moveTo>
                <a:lnTo>
                  <a:pt x="428332" y="239763"/>
                </a:lnTo>
                <a:lnTo>
                  <a:pt x="428332" y="270586"/>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1" name="object 11"/>
          <p:cNvSpPr/>
          <p:nvPr/>
        </p:nvSpPr>
        <p:spPr>
          <a:xfrm>
            <a:off x="2941193" y="4694681"/>
            <a:ext cx="453390" cy="510540"/>
          </a:xfrm>
          <a:custGeom>
            <a:avLst/>
            <a:gdLst/>
            <a:ahLst/>
            <a:cxnLst/>
            <a:rect l="l" t="t" r="r" b="b"/>
            <a:pathLst>
              <a:path w="453389" h="510539">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31"/>
                </a:lnTo>
                <a:lnTo>
                  <a:pt x="163499" y="173037"/>
                </a:lnTo>
                <a:lnTo>
                  <a:pt x="137020" y="155067"/>
                </a:lnTo>
                <a:lnTo>
                  <a:pt x="137020" y="41948"/>
                </a:lnTo>
                <a:lnTo>
                  <a:pt x="119354" y="29959"/>
                </a:lnTo>
                <a:lnTo>
                  <a:pt x="119354" y="143078"/>
                </a:lnTo>
                <a:lnTo>
                  <a:pt x="92887" y="125095"/>
                </a:lnTo>
                <a:lnTo>
                  <a:pt x="92887" y="11988"/>
                </a:lnTo>
                <a:lnTo>
                  <a:pt x="75222" y="0"/>
                </a:lnTo>
                <a:lnTo>
                  <a:pt x="75222" y="113106"/>
                </a:lnTo>
                <a:lnTo>
                  <a:pt x="0" y="62039"/>
                </a:lnTo>
                <a:lnTo>
                  <a:pt x="25" y="442353"/>
                </a:lnTo>
                <a:lnTo>
                  <a:pt x="75222" y="391287"/>
                </a:lnTo>
                <a:lnTo>
                  <a:pt x="75222" y="443306"/>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28"/>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02"/>
                </a:lnTo>
                <a:lnTo>
                  <a:pt x="313563" y="348513"/>
                </a:lnTo>
                <a:lnTo>
                  <a:pt x="313563" y="161836"/>
                </a:lnTo>
                <a:close/>
              </a:path>
              <a:path w="453389" h="510539">
                <a:moveTo>
                  <a:pt x="357708" y="191795"/>
                </a:moveTo>
                <a:lnTo>
                  <a:pt x="340042" y="179806"/>
                </a:lnTo>
                <a:lnTo>
                  <a:pt x="340042" y="330542"/>
                </a:lnTo>
                <a:lnTo>
                  <a:pt x="357708" y="318528"/>
                </a:lnTo>
                <a:lnTo>
                  <a:pt x="357708" y="191795"/>
                </a:lnTo>
                <a:close/>
              </a:path>
              <a:path w="453389" h="510539">
                <a:moveTo>
                  <a:pt x="401853" y="221767"/>
                </a:moveTo>
                <a:lnTo>
                  <a:pt x="384187" y="209778"/>
                </a:lnTo>
                <a:lnTo>
                  <a:pt x="384187" y="300558"/>
                </a:lnTo>
                <a:lnTo>
                  <a:pt x="401853" y="288569"/>
                </a:lnTo>
                <a:lnTo>
                  <a:pt x="401853" y="221767"/>
                </a:lnTo>
                <a:close/>
              </a:path>
              <a:path w="453389" h="510539">
                <a:moveTo>
                  <a:pt x="453364" y="255181"/>
                </a:moveTo>
                <a:lnTo>
                  <a:pt x="428332" y="239750"/>
                </a:lnTo>
                <a:lnTo>
                  <a:pt x="428332" y="270573"/>
                </a:lnTo>
                <a:lnTo>
                  <a:pt x="453364" y="255181"/>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2" name="object 12"/>
          <p:cNvSpPr/>
          <p:nvPr/>
        </p:nvSpPr>
        <p:spPr>
          <a:xfrm>
            <a:off x="2941193" y="5320181"/>
            <a:ext cx="453390" cy="510540"/>
          </a:xfrm>
          <a:custGeom>
            <a:avLst/>
            <a:gdLst/>
            <a:ahLst/>
            <a:cxnLst/>
            <a:rect l="l" t="t" r="r" b="b"/>
            <a:pathLst>
              <a:path w="453389" h="510539">
                <a:moveTo>
                  <a:pt x="280047" y="252183"/>
                </a:moveTo>
                <a:lnTo>
                  <a:pt x="269430" y="244970"/>
                </a:lnTo>
                <a:lnTo>
                  <a:pt x="269430" y="131864"/>
                </a:lnTo>
                <a:lnTo>
                  <a:pt x="251777" y="119875"/>
                </a:lnTo>
                <a:lnTo>
                  <a:pt x="251777" y="232981"/>
                </a:lnTo>
                <a:lnTo>
                  <a:pt x="225298" y="215011"/>
                </a:lnTo>
                <a:lnTo>
                  <a:pt x="225298" y="101892"/>
                </a:lnTo>
                <a:lnTo>
                  <a:pt x="207632" y="89903"/>
                </a:lnTo>
                <a:lnTo>
                  <a:pt x="207632" y="203022"/>
                </a:lnTo>
                <a:lnTo>
                  <a:pt x="181165" y="185039"/>
                </a:lnTo>
                <a:lnTo>
                  <a:pt x="181165" y="71932"/>
                </a:lnTo>
                <a:lnTo>
                  <a:pt x="163499" y="59931"/>
                </a:lnTo>
                <a:lnTo>
                  <a:pt x="163499" y="173037"/>
                </a:lnTo>
                <a:lnTo>
                  <a:pt x="137020" y="155067"/>
                </a:lnTo>
                <a:lnTo>
                  <a:pt x="137020" y="41960"/>
                </a:lnTo>
                <a:lnTo>
                  <a:pt x="119354" y="29972"/>
                </a:lnTo>
                <a:lnTo>
                  <a:pt x="119354" y="143078"/>
                </a:lnTo>
                <a:lnTo>
                  <a:pt x="92887" y="125107"/>
                </a:lnTo>
                <a:lnTo>
                  <a:pt x="92887" y="11988"/>
                </a:lnTo>
                <a:lnTo>
                  <a:pt x="75222" y="0"/>
                </a:lnTo>
                <a:lnTo>
                  <a:pt x="75222" y="113118"/>
                </a:lnTo>
                <a:lnTo>
                  <a:pt x="0" y="62039"/>
                </a:lnTo>
                <a:lnTo>
                  <a:pt x="25" y="442353"/>
                </a:lnTo>
                <a:lnTo>
                  <a:pt x="75222" y="391287"/>
                </a:lnTo>
                <a:lnTo>
                  <a:pt x="75222" y="443318"/>
                </a:lnTo>
                <a:lnTo>
                  <a:pt x="75222" y="510387"/>
                </a:lnTo>
                <a:lnTo>
                  <a:pt x="92887" y="498398"/>
                </a:lnTo>
                <a:lnTo>
                  <a:pt x="92887" y="379298"/>
                </a:lnTo>
                <a:lnTo>
                  <a:pt x="119354" y="361315"/>
                </a:lnTo>
                <a:lnTo>
                  <a:pt x="119354" y="480402"/>
                </a:lnTo>
                <a:lnTo>
                  <a:pt x="137020" y="468414"/>
                </a:lnTo>
                <a:lnTo>
                  <a:pt x="137020" y="349326"/>
                </a:lnTo>
                <a:lnTo>
                  <a:pt x="163499" y="331343"/>
                </a:lnTo>
                <a:lnTo>
                  <a:pt x="163499" y="450430"/>
                </a:lnTo>
                <a:lnTo>
                  <a:pt x="181165" y="438442"/>
                </a:lnTo>
                <a:lnTo>
                  <a:pt x="181165" y="319341"/>
                </a:lnTo>
                <a:lnTo>
                  <a:pt x="207632" y="301358"/>
                </a:lnTo>
                <a:lnTo>
                  <a:pt x="207632" y="420458"/>
                </a:lnTo>
                <a:lnTo>
                  <a:pt x="225298" y="408470"/>
                </a:lnTo>
                <a:lnTo>
                  <a:pt x="225298" y="289382"/>
                </a:lnTo>
                <a:lnTo>
                  <a:pt x="251777" y="271399"/>
                </a:lnTo>
                <a:lnTo>
                  <a:pt x="251777" y="390486"/>
                </a:lnTo>
                <a:lnTo>
                  <a:pt x="269430" y="378498"/>
                </a:lnTo>
                <a:lnTo>
                  <a:pt x="269430" y="259397"/>
                </a:lnTo>
                <a:lnTo>
                  <a:pt x="280047" y="252183"/>
                </a:lnTo>
                <a:close/>
              </a:path>
              <a:path w="453389" h="510539">
                <a:moveTo>
                  <a:pt x="313563" y="161836"/>
                </a:moveTo>
                <a:lnTo>
                  <a:pt x="295910" y="149834"/>
                </a:lnTo>
                <a:lnTo>
                  <a:pt x="295910" y="360514"/>
                </a:lnTo>
                <a:lnTo>
                  <a:pt x="313563" y="348526"/>
                </a:lnTo>
                <a:lnTo>
                  <a:pt x="313563" y="161836"/>
                </a:lnTo>
                <a:close/>
              </a:path>
              <a:path w="453389" h="510539">
                <a:moveTo>
                  <a:pt x="357708" y="191808"/>
                </a:moveTo>
                <a:lnTo>
                  <a:pt x="340042" y="179819"/>
                </a:lnTo>
                <a:lnTo>
                  <a:pt x="340042" y="330542"/>
                </a:lnTo>
                <a:lnTo>
                  <a:pt x="357708" y="318541"/>
                </a:lnTo>
                <a:lnTo>
                  <a:pt x="357708" y="191808"/>
                </a:lnTo>
                <a:close/>
              </a:path>
              <a:path w="453389" h="510539">
                <a:moveTo>
                  <a:pt x="401853" y="221780"/>
                </a:moveTo>
                <a:lnTo>
                  <a:pt x="384187" y="209778"/>
                </a:lnTo>
                <a:lnTo>
                  <a:pt x="384187" y="300558"/>
                </a:lnTo>
                <a:lnTo>
                  <a:pt x="401853" y="288569"/>
                </a:lnTo>
                <a:lnTo>
                  <a:pt x="401853" y="221780"/>
                </a:lnTo>
                <a:close/>
              </a:path>
              <a:path w="453389" h="510539">
                <a:moveTo>
                  <a:pt x="453364" y="255193"/>
                </a:moveTo>
                <a:lnTo>
                  <a:pt x="428332" y="239750"/>
                </a:lnTo>
                <a:lnTo>
                  <a:pt x="428332" y="270586"/>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3" name="object 13"/>
          <p:cNvSpPr/>
          <p:nvPr/>
        </p:nvSpPr>
        <p:spPr>
          <a:xfrm>
            <a:off x="2941193" y="5945415"/>
            <a:ext cx="453390" cy="510540"/>
          </a:xfrm>
          <a:custGeom>
            <a:avLst/>
            <a:gdLst/>
            <a:ahLst/>
            <a:cxnLst/>
            <a:rect l="l" t="t" r="r" b="b"/>
            <a:pathLst>
              <a:path w="453389" h="510539">
                <a:moveTo>
                  <a:pt x="280047" y="252183"/>
                </a:moveTo>
                <a:lnTo>
                  <a:pt x="269430" y="244983"/>
                </a:lnTo>
                <a:lnTo>
                  <a:pt x="269430" y="131864"/>
                </a:lnTo>
                <a:lnTo>
                  <a:pt x="251777" y="119875"/>
                </a:lnTo>
                <a:lnTo>
                  <a:pt x="251777" y="232994"/>
                </a:lnTo>
                <a:lnTo>
                  <a:pt x="225298" y="215011"/>
                </a:lnTo>
                <a:lnTo>
                  <a:pt x="225298" y="101904"/>
                </a:lnTo>
                <a:lnTo>
                  <a:pt x="207632" y="89916"/>
                </a:lnTo>
                <a:lnTo>
                  <a:pt x="207632" y="203022"/>
                </a:lnTo>
                <a:lnTo>
                  <a:pt x="181165" y="185051"/>
                </a:lnTo>
                <a:lnTo>
                  <a:pt x="181165" y="71932"/>
                </a:lnTo>
                <a:lnTo>
                  <a:pt x="163499" y="59931"/>
                </a:lnTo>
                <a:lnTo>
                  <a:pt x="163499" y="173050"/>
                </a:lnTo>
                <a:lnTo>
                  <a:pt x="137020" y="155067"/>
                </a:lnTo>
                <a:lnTo>
                  <a:pt x="137020" y="41960"/>
                </a:lnTo>
                <a:lnTo>
                  <a:pt x="119354" y="29972"/>
                </a:lnTo>
                <a:lnTo>
                  <a:pt x="119354" y="143078"/>
                </a:lnTo>
                <a:lnTo>
                  <a:pt x="92887" y="125107"/>
                </a:lnTo>
                <a:lnTo>
                  <a:pt x="92887" y="11988"/>
                </a:lnTo>
                <a:lnTo>
                  <a:pt x="75222" y="0"/>
                </a:lnTo>
                <a:lnTo>
                  <a:pt x="75222" y="113118"/>
                </a:lnTo>
                <a:lnTo>
                  <a:pt x="0" y="62039"/>
                </a:lnTo>
                <a:lnTo>
                  <a:pt x="25" y="442353"/>
                </a:lnTo>
                <a:lnTo>
                  <a:pt x="75222" y="391299"/>
                </a:lnTo>
                <a:lnTo>
                  <a:pt x="75222" y="443318"/>
                </a:lnTo>
                <a:lnTo>
                  <a:pt x="75222" y="510387"/>
                </a:lnTo>
                <a:lnTo>
                  <a:pt x="92887" y="498398"/>
                </a:lnTo>
                <a:lnTo>
                  <a:pt x="92887" y="379298"/>
                </a:lnTo>
                <a:lnTo>
                  <a:pt x="119354" y="361315"/>
                </a:lnTo>
                <a:lnTo>
                  <a:pt x="119354" y="480402"/>
                </a:lnTo>
                <a:lnTo>
                  <a:pt x="137020" y="468426"/>
                </a:lnTo>
                <a:lnTo>
                  <a:pt x="137020" y="349326"/>
                </a:lnTo>
                <a:lnTo>
                  <a:pt x="163499" y="331343"/>
                </a:lnTo>
                <a:lnTo>
                  <a:pt x="163499" y="450430"/>
                </a:lnTo>
                <a:lnTo>
                  <a:pt x="181165" y="438442"/>
                </a:lnTo>
                <a:lnTo>
                  <a:pt x="181165" y="319341"/>
                </a:lnTo>
                <a:lnTo>
                  <a:pt x="207632" y="301371"/>
                </a:lnTo>
                <a:lnTo>
                  <a:pt x="207632" y="420458"/>
                </a:lnTo>
                <a:lnTo>
                  <a:pt x="225298" y="408470"/>
                </a:lnTo>
                <a:lnTo>
                  <a:pt x="225298" y="289382"/>
                </a:lnTo>
                <a:lnTo>
                  <a:pt x="251777" y="271399"/>
                </a:lnTo>
                <a:lnTo>
                  <a:pt x="251777" y="390486"/>
                </a:lnTo>
                <a:lnTo>
                  <a:pt x="269430" y="378498"/>
                </a:lnTo>
                <a:lnTo>
                  <a:pt x="269430" y="259397"/>
                </a:lnTo>
                <a:lnTo>
                  <a:pt x="280047" y="252183"/>
                </a:lnTo>
                <a:close/>
              </a:path>
              <a:path w="453389" h="510539">
                <a:moveTo>
                  <a:pt x="313563" y="161836"/>
                </a:moveTo>
                <a:lnTo>
                  <a:pt x="295910" y="149847"/>
                </a:lnTo>
                <a:lnTo>
                  <a:pt x="295910" y="360514"/>
                </a:lnTo>
                <a:lnTo>
                  <a:pt x="313563" y="348526"/>
                </a:lnTo>
                <a:lnTo>
                  <a:pt x="313563" y="161836"/>
                </a:lnTo>
                <a:close/>
              </a:path>
              <a:path w="453389" h="510539">
                <a:moveTo>
                  <a:pt x="357708" y="191808"/>
                </a:moveTo>
                <a:lnTo>
                  <a:pt x="340042" y="179819"/>
                </a:lnTo>
                <a:lnTo>
                  <a:pt x="340042" y="330555"/>
                </a:lnTo>
                <a:lnTo>
                  <a:pt x="357708" y="318541"/>
                </a:lnTo>
                <a:lnTo>
                  <a:pt x="357708" y="191808"/>
                </a:lnTo>
                <a:close/>
              </a:path>
              <a:path w="453389" h="510539">
                <a:moveTo>
                  <a:pt x="401853" y="221780"/>
                </a:moveTo>
                <a:lnTo>
                  <a:pt x="384187" y="209778"/>
                </a:lnTo>
                <a:lnTo>
                  <a:pt x="384187" y="300558"/>
                </a:lnTo>
                <a:lnTo>
                  <a:pt x="401853" y="288569"/>
                </a:lnTo>
                <a:lnTo>
                  <a:pt x="401853" y="221780"/>
                </a:lnTo>
                <a:close/>
              </a:path>
              <a:path w="453389" h="510539">
                <a:moveTo>
                  <a:pt x="453364" y="255193"/>
                </a:moveTo>
                <a:lnTo>
                  <a:pt x="428332" y="239763"/>
                </a:lnTo>
                <a:lnTo>
                  <a:pt x="428332" y="270586"/>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4" name="object 14"/>
          <p:cNvSpPr/>
          <p:nvPr/>
        </p:nvSpPr>
        <p:spPr>
          <a:xfrm>
            <a:off x="2941193" y="6570929"/>
            <a:ext cx="453390" cy="510540"/>
          </a:xfrm>
          <a:custGeom>
            <a:avLst/>
            <a:gdLst/>
            <a:ahLst/>
            <a:cxnLst/>
            <a:rect l="l" t="t" r="r" b="b"/>
            <a:pathLst>
              <a:path w="453389" h="510540">
                <a:moveTo>
                  <a:pt x="280047" y="252183"/>
                </a:moveTo>
                <a:lnTo>
                  <a:pt x="269430" y="244970"/>
                </a:lnTo>
                <a:lnTo>
                  <a:pt x="269430" y="131864"/>
                </a:lnTo>
                <a:lnTo>
                  <a:pt x="251777" y="119875"/>
                </a:lnTo>
                <a:lnTo>
                  <a:pt x="251777" y="232981"/>
                </a:lnTo>
                <a:lnTo>
                  <a:pt x="225298" y="215011"/>
                </a:lnTo>
                <a:lnTo>
                  <a:pt x="225298" y="101892"/>
                </a:lnTo>
                <a:lnTo>
                  <a:pt x="207632" y="89903"/>
                </a:lnTo>
                <a:lnTo>
                  <a:pt x="207632" y="203022"/>
                </a:lnTo>
                <a:lnTo>
                  <a:pt x="181165" y="185039"/>
                </a:lnTo>
                <a:lnTo>
                  <a:pt x="181165" y="71932"/>
                </a:lnTo>
                <a:lnTo>
                  <a:pt x="163499" y="59931"/>
                </a:lnTo>
                <a:lnTo>
                  <a:pt x="163499" y="173037"/>
                </a:lnTo>
                <a:lnTo>
                  <a:pt x="137020" y="155067"/>
                </a:lnTo>
                <a:lnTo>
                  <a:pt x="137020" y="41948"/>
                </a:lnTo>
                <a:lnTo>
                  <a:pt x="119354" y="29959"/>
                </a:lnTo>
                <a:lnTo>
                  <a:pt x="119354" y="143078"/>
                </a:lnTo>
                <a:lnTo>
                  <a:pt x="92887" y="125095"/>
                </a:lnTo>
                <a:lnTo>
                  <a:pt x="92887" y="11988"/>
                </a:lnTo>
                <a:lnTo>
                  <a:pt x="75222" y="0"/>
                </a:lnTo>
                <a:lnTo>
                  <a:pt x="75222" y="113106"/>
                </a:lnTo>
                <a:lnTo>
                  <a:pt x="0" y="62039"/>
                </a:lnTo>
                <a:lnTo>
                  <a:pt x="25" y="442353"/>
                </a:lnTo>
                <a:lnTo>
                  <a:pt x="75222" y="391287"/>
                </a:lnTo>
                <a:lnTo>
                  <a:pt x="75222" y="443318"/>
                </a:lnTo>
                <a:lnTo>
                  <a:pt x="75222" y="510374"/>
                </a:lnTo>
                <a:lnTo>
                  <a:pt x="92887" y="498386"/>
                </a:lnTo>
                <a:lnTo>
                  <a:pt x="92887" y="379285"/>
                </a:lnTo>
                <a:lnTo>
                  <a:pt x="119354" y="361315"/>
                </a:lnTo>
                <a:lnTo>
                  <a:pt x="119354" y="480402"/>
                </a:lnTo>
                <a:lnTo>
                  <a:pt x="137020" y="468414"/>
                </a:lnTo>
                <a:lnTo>
                  <a:pt x="137020" y="349326"/>
                </a:lnTo>
                <a:lnTo>
                  <a:pt x="163499" y="331343"/>
                </a:lnTo>
                <a:lnTo>
                  <a:pt x="163499" y="450430"/>
                </a:lnTo>
                <a:lnTo>
                  <a:pt x="181165" y="438442"/>
                </a:lnTo>
                <a:lnTo>
                  <a:pt x="181165" y="319341"/>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40">
                <a:moveTo>
                  <a:pt x="313563" y="161836"/>
                </a:moveTo>
                <a:lnTo>
                  <a:pt x="295910" y="149834"/>
                </a:lnTo>
                <a:lnTo>
                  <a:pt x="295910" y="360514"/>
                </a:lnTo>
                <a:lnTo>
                  <a:pt x="313563" y="348526"/>
                </a:lnTo>
                <a:lnTo>
                  <a:pt x="313563" y="161836"/>
                </a:lnTo>
                <a:close/>
              </a:path>
              <a:path w="453389" h="510540">
                <a:moveTo>
                  <a:pt x="357708" y="191795"/>
                </a:moveTo>
                <a:lnTo>
                  <a:pt x="340042" y="179806"/>
                </a:lnTo>
                <a:lnTo>
                  <a:pt x="340042" y="330542"/>
                </a:lnTo>
                <a:lnTo>
                  <a:pt x="357708" y="318528"/>
                </a:lnTo>
                <a:lnTo>
                  <a:pt x="357708" y="191795"/>
                </a:lnTo>
                <a:close/>
              </a:path>
              <a:path w="453389" h="510540">
                <a:moveTo>
                  <a:pt x="401853" y="221780"/>
                </a:moveTo>
                <a:lnTo>
                  <a:pt x="384187" y="209778"/>
                </a:lnTo>
                <a:lnTo>
                  <a:pt x="384187" y="300558"/>
                </a:lnTo>
                <a:lnTo>
                  <a:pt x="401853" y="288569"/>
                </a:lnTo>
                <a:lnTo>
                  <a:pt x="401853" y="221780"/>
                </a:lnTo>
                <a:close/>
              </a:path>
              <a:path w="453389" h="510540">
                <a:moveTo>
                  <a:pt x="453364" y="255193"/>
                </a:moveTo>
                <a:lnTo>
                  <a:pt x="428332" y="239750"/>
                </a:lnTo>
                <a:lnTo>
                  <a:pt x="428332" y="270586"/>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5" name="object 15"/>
          <p:cNvSpPr/>
          <p:nvPr/>
        </p:nvSpPr>
        <p:spPr>
          <a:xfrm>
            <a:off x="2941193" y="7196162"/>
            <a:ext cx="453390" cy="510540"/>
          </a:xfrm>
          <a:custGeom>
            <a:avLst/>
            <a:gdLst/>
            <a:ahLst/>
            <a:cxnLst/>
            <a:rect l="l" t="t" r="r" b="b"/>
            <a:pathLst>
              <a:path w="453389" h="510540">
                <a:moveTo>
                  <a:pt x="280047" y="252183"/>
                </a:moveTo>
                <a:lnTo>
                  <a:pt x="269430" y="244970"/>
                </a:lnTo>
                <a:lnTo>
                  <a:pt x="269430" y="131864"/>
                </a:lnTo>
                <a:lnTo>
                  <a:pt x="251777" y="119875"/>
                </a:lnTo>
                <a:lnTo>
                  <a:pt x="251777" y="232981"/>
                </a:lnTo>
                <a:lnTo>
                  <a:pt x="225298" y="215011"/>
                </a:lnTo>
                <a:lnTo>
                  <a:pt x="225298" y="101892"/>
                </a:lnTo>
                <a:lnTo>
                  <a:pt x="207632" y="89903"/>
                </a:lnTo>
                <a:lnTo>
                  <a:pt x="207632" y="203022"/>
                </a:lnTo>
                <a:lnTo>
                  <a:pt x="181165" y="185039"/>
                </a:lnTo>
                <a:lnTo>
                  <a:pt x="181165" y="71932"/>
                </a:lnTo>
                <a:lnTo>
                  <a:pt x="163499" y="59931"/>
                </a:lnTo>
                <a:lnTo>
                  <a:pt x="163499" y="173050"/>
                </a:lnTo>
                <a:lnTo>
                  <a:pt x="137020" y="155067"/>
                </a:lnTo>
                <a:lnTo>
                  <a:pt x="137020" y="41960"/>
                </a:lnTo>
                <a:lnTo>
                  <a:pt x="119354" y="29972"/>
                </a:lnTo>
                <a:lnTo>
                  <a:pt x="119354" y="143078"/>
                </a:lnTo>
                <a:lnTo>
                  <a:pt x="92887" y="125107"/>
                </a:lnTo>
                <a:lnTo>
                  <a:pt x="92887" y="11988"/>
                </a:lnTo>
                <a:lnTo>
                  <a:pt x="75222" y="0"/>
                </a:lnTo>
                <a:lnTo>
                  <a:pt x="75222" y="113118"/>
                </a:lnTo>
                <a:lnTo>
                  <a:pt x="0" y="62039"/>
                </a:lnTo>
                <a:lnTo>
                  <a:pt x="25" y="442353"/>
                </a:lnTo>
                <a:lnTo>
                  <a:pt x="75222" y="391299"/>
                </a:lnTo>
                <a:lnTo>
                  <a:pt x="75222" y="443318"/>
                </a:lnTo>
                <a:lnTo>
                  <a:pt x="75222" y="510387"/>
                </a:lnTo>
                <a:lnTo>
                  <a:pt x="92887" y="498398"/>
                </a:lnTo>
                <a:lnTo>
                  <a:pt x="92887" y="379298"/>
                </a:lnTo>
                <a:lnTo>
                  <a:pt x="119354" y="361315"/>
                </a:lnTo>
                <a:lnTo>
                  <a:pt x="119354" y="480402"/>
                </a:lnTo>
                <a:lnTo>
                  <a:pt x="137020" y="468414"/>
                </a:lnTo>
                <a:lnTo>
                  <a:pt x="137020" y="349326"/>
                </a:lnTo>
                <a:lnTo>
                  <a:pt x="163499" y="331343"/>
                </a:lnTo>
                <a:lnTo>
                  <a:pt x="163499" y="450430"/>
                </a:lnTo>
                <a:lnTo>
                  <a:pt x="181165" y="438442"/>
                </a:lnTo>
                <a:lnTo>
                  <a:pt x="181165" y="319341"/>
                </a:lnTo>
                <a:lnTo>
                  <a:pt x="207632" y="301371"/>
                </a:lnTo>
                <a:lnTo>
                  <a:pt x="207632" y="420458"/>
                </a:lnTo>
                <a:lnTo>
                  <a:pt x="225298" y="408470"/>
                </a:lnTo>
                <a:lnTo>
                  <a:pt x="225298" y="289382"/>
                </a:lnTo>
                <a:lnTo>
                  <a:pt x="251777" y="271399"/>
                </a:lnTo>
                <a:lnTo>
                  <a:pt x="251777" y="390486"/>
                </a:lnTo>
                <a:lnTo>
                  <a:pt x="269430" y="378498"/>
                </a:lnTo>
                <a:lnTo>
                  <a:pt x="269430" y="259397"/>
                </a:lnTo>
                <a:lnTo>
                  <a:pt x="280047" y="252183"/>
                </a:lnTo>
                <a:close/>
              </a:path>
              <a:path w="453389" h="510540">
                <a:moveTo>
                  <a:pt x="313563" y="161836"/>
                </a:moveTo>
                <a:lnTo>
                  <a:pt x="295910" y="149834"/>
                </a:lnTo>
                <a:lnTo>
                  <a:pt x="295910" y="360514"/>
                </a:lnTo>
                <a:lnTo>
                  <a:pt x="313563" y="348526"/>
                </a:lnTo>
                <a:lnTo>
                  <a:pt x="313563" y="161836"/>
                </a:lnTo>
                <a:close/>
              </a:path>
              <a:path w="453389" h="510540">
                <a:moveTo>
                  <a:pt x="357708" y="191808"/>
                </a:moveTo>
                <a:lnTo>
                  <a:pt x="340042" y="179819"/>
                </a:lnTo>
                <a:lnTo>
                  <a:pt x="340042" y="330542"/>
                </a:lnTo>
                <a:lnTo>
                  <a:pt x="357708" y="318541"/>
                </a:lnTo>
                <a:lnTo>
                  <a:pt x="357708" y="191808"/>
                </a:lnTo>
                <a:close/>
              </a:path>
              <a:path w="453389" h="510540">
                <a:moveTo>
                  <a:pt x="401853" y="221780"/>
                </a:moveTo>
                <a:lnTo>
                  <a:pt x="384187" y="209778"/>
                </a:lnTo>
                <a:lnTo>
                  <a:pt x="384187" y="300558"/>
                </a:lnTo>
                <a:lnTo>
                  <a:pt x="401853" y="288569"/>
                </a:lnTo>
                <a:lnTo>
                  <a:pt x="401853" y="221780"/>
                </a:lnTo>
                <a:close/>
              </a:path>
              <a:path w="453389" h="510540">
                <a:moveTo>
                  <a:pt x="453364" y="255193"/>
                </a:moveTo>
                <a:lnTo>
                  <a:pt x="428332" y="239750"/>
                </a:lnTo>
                <a:lnTo>
                  <a:pt x="428332" y="270586"/>
                </a:lnTo>
                <a:lnTo>
                  <a:pt x="453364" y="255193"/>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6" name="object 16"/>
          <p:cNvSpPr/>
          <p:nvPr/>
        </p:nvSpPr>
        <p:spPr>
          <a:xfrm>
            <a:off x="2941193" y="7821675"/>
            <a:ext cx="453390" cy="510540"/>
          </a:xfrm>
          <a:custGeom>
            <a:avLst/>
            <a:gdLst/>
            <a:ahLst/>
            <a:cxnLst/>
            <a:rect l="l" t="t" r="r" b="b"/>
            <a:pathLst>
              <a:path w="453389" h="510540">
                <a:moveTo>
                  <a:pt x="280047" y="252183"/>
                </a:moveTo>
                <a:lnTo>
                  <a:pt x="269430" y="244970"/>
                </a:lnTo>
                <a:lnTo>
                  <a:pt x="269430" y="131851"/>
                </a:lnTo>
                <a:lnTo>
                  <a:pt x="251777" y="119862"/>
                </a:lnTo>
                <a:lnTo>
                  <a:pt x="251777" y="232981"/>
                </a:lnTo>
                <a:lnTo>
                  <a:pt x="225298" y="214998"/>
                </a:lnTo>
                <a:lnTo>
                  <a:pt x="225298" y="101892"/>
                </a:lnTo>
                <a:lnTo>
                  <a:pt x="207632" y="89903"/>
                </a:lnTo>
                <a:lnTo>
                  <a:pt x="207632" y="203009"/>
                </a:lnTo>
                <a:lnTo>
                  <a:pt x="181165" y="185039"/>
                </a:lnTo>
                <a:lnTo>
                  <a:pt x="181165" y="71920"/>
                </a:lnTo>
                <a:lnTo>
                  <a:pt x="163499" y="59931"/>
                </a:lnTo>
                <a:lnTo>
                  <a:pt x="163499" y="173037"/>
                </a:lnTo>
                <a:lnTo>
                  <a:pt x="137020" y="155067"/>
                </a:lnTo>
                <a:lnTo>
                  <a:pt x="137020" y="41948"/>
                </a:lnTo>
                <a:lnTo>
                  <a:pt x="119354" y="29959"/>
                </a:lnTo>
                <a:lnTo>
                  <a:pt x="119354" y="143078"/>
                </a:lnTo>
                <a:lnTo>
                  <a:pt x="92887" y="125095"/>
                </a:lnTo>
                <a:lnTo>
                  <a:pt x="92887" y="11988"/>
                </a:lnTo>
                <a:lnTo>
                  <a:pt x="75222" y="0"/>
                </a:lnTo>
                <a:lnTo>
                  <a:pt x="75222" y="113106"/>
                </a:lnTo>
                <a:lnTo>
                  <a:pt x="0" y="62039"/>
                </a:lnTo>
                <a:lnTo>
                  <a:pt x="25" y="442353"/>
                </a:lnTo>
                <a:lnTo>
                  <a:pt x="75222" y="391287"/>
                </a:lnTo>
                <a:lnTo>
                  <a:pt x="75222" y="443318"/>
                </a:lnTo>
                <a:lnTo>
                  <a:pt x="75222" y="510374"/>
                </a:lnTo>
                <a:lnTo>
                  <a:pt x="92887" y="498386"/>
                </a:lnTo>
                <a:lnTo>
                  <a:pt x="92887" y="379285"/>
                </a:lnTo>
                <a:lnTo>
                  <a:pt x="119354" y="361315"/>
                </a:lnTo>
                <a:lnTo>
                  <a:pt x="119354" y="480402"/>
                </a:lnTo>
                <a:lnTo>
                  <a:pt x="137020" y="468414"/>
                </a:lnTo>
                <a:lnTo>
                  <a:pt x="137020" y="349326"/>
                </a:lnTo>
                <a:lnTo>
                  <a:pt x="163499" y="331330"/>
                </a:lnTo>
                <a:lnTo>
                  <a:pt x="163499" y="450418"/>
                </a:lnTo>
                <a:lnTo>
                  <a:pt x="181165" y="438429"/>
                </a:lnTo>
                <a:lnTo>
                  <a:pt x="181165" y="319341"/>
                </a:lnTo>
                <a:lnTo>
                  <a:pt x="207632" y="301358"/>
                </a:lnTo>
                <a:lnTo>
                  <a:pt x="207632" y="420446"/>
                </a:lnTo>
                <a:lnTo>
                  <a:pt x="225298" y="408457"/>
                </a:lnTo>
                <a:lnTo>
                  <a:pt x="225298" y="289369"/>
                </a:lnTo>
                <a:lnTo>
                  <a:pt x="251777" y="271399"/>
                </a:lnTo>
                <a:lnTo>
                  <a:pt x="251777" y="390486"/>
                </a:lnTo>
                <a:lnTo>
                  <a:pt x="269430" y="378498"/>
                </a:lnTo>
                <a:lnTo>
                  <a:pt x="269430" y="259397"/>
                </a:lnTo>
                <a:lnTo>
                  <a:pt x="280047" y="252183"/>
                </a:lnTo>
                <a:close/>
              </a:path>
              <a:path w="453389" h="510540">
                <a:moveTo>
                  <a:pt x="313563" y="161836"/>
                </a:moveTo>
                <a:lnTo>
                  <a:pt x="295910" y="149834"/>
                </a:lnTo>
                <a:lnTo>
                  <a:pt x="295910" y="360502"/>
                </a:lnTo>
                <a:lnTo>
                  <a:pt x="313563" y="348513"/>
                </a:lnTo>
                <a:lnTo>
                  <a:pt x="313563" y="161836"/>
                </a:lnTo>
                <a:close/>
              </a:path>
              <a:path w="453389" h="510540">
                <a:moveTo>
                  <a:pt x="357708" y="191795"/>
                </a:moveTo>
                <a:lnTo>
                  <a:pt x="340042" y="179806"/>
                </a:lnTo>
                <a:lnTo>
                  <a:pt x="340042" y="330542"/>
                </a:lnTo>
                <a:lnTo>
                  <a:pt x="357708" y="318528"/>
                </a:lnTo>
                <a:lnTo>
                  <a:pt x="357708" y="191795"/>
                </a:lnTo>
                <a:close/>
              </a:path>
              <a:path w="453389" h="510540">
                <a:moveTo>
                  <a:pt x="401853" y="221780"/>
                </a:moveTo>
                <a:lnTo>
                  <a:pt x="384187" y="209778"/>
                </a:lnTo>
                <a:lnTo>
                  <a:pt x="384187" y="300558"/>
                </a:lnTo>
                <a:lnTo>
                  <a:pt x="401853" y="288569"/>
                </a:lnTo>
                <a:lnTo>
                  <a:pt x="401853" y="221780"/>
                </a:lnTo>
                <a:close/>
              </a:path>
              <a:path w="453389" h="510540">
                <a:moveTo>
                  <a:pt x="453364" y="255181"/>
                </a:moveTo>
                <a:lnTo>
                  <a:pt x="428332" y="239750"/>
                </a:lnTo>
                <a:lnTo>
                  <a:pt x="428332" y="270573"/>
                </a:lnTo>
                <a:lnTo>
                  <a:pt x="453364" y="255181"/>
                </a:lnTo>
                <a:close/>
              </a:path>
            </a:pathLst>
          </a:custGeom>
          <a:solidFill>
            <a:srgbClr val="135CA0"/>
          </a:solidFill>
        </p:spPr>
        <p:txBody>
          <a:bodyPr wrap="square" lIns="0" tIns="0" rIns="0" bIns="0" rtlCol="0"/>
          <a:lstStyle/>
          <a:p>
            <a:endParaRPr sz="28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EA5EAFF-CF8A-0266-F65F-E811115635EC}"/>
              </a:ext>
            </a:extLst>
          </p:cNvPr>
          <p:cNvSpPr txBox="1"/>
          <p:nvPr/>
        </p:nvSpPr>
        <p:spPr>
          <a:xfrm>
            <a:off x="3394583" y="4048358"/>
            <a:ext cx="10099957" cy="523220"/>
          </a:xfrm>
          <a:prstGeom prst="rect">
            <a:avLst/>
          </a:prstGeom>
          <a:noFill/>
        </p:spPr>
        <p:txBody>
          <a:bodyPr wrap="square">
            <a:spAutoFit/>
          </a:bodyPr>
          <a:lstStyle/>
          <a:p>
            <a:r>
              <a:rPr lang="en-IN" sz="2800" dirty="0">
                <a:latin typeface="Arial" panose="020B0604020202020204" pitchFamily="34" charset="0"/>
                <a:cs typeface="Arial" panose="020B0604020202020204" pitchFamily="34" charset="0"/>
              </a:rPr>
              <a:t>Literature Review</a:t>
            </a:r>
          </a:p>
        </p:txBody>
      </p:sp>
      <p:sp>
        <p:nvSpPr>
          <p:cNvPr id="20" name="TextBox 19">
            <a:extLst>
              <a:ext uri="{FF2B5EF4-FFF2-40B4-BE49-F238E27FC236}">
                <a16:creationId xmlns:a16="http://schemas.microsoft.com/office/drawing/2014/main" id="{1D8196DD-CCF7-48E1-C1FF-B20F74B4715F}"/>
              </a:ext>
            </a:extLst>
          </p:cNvPr>
          <p:cNvSpPr txBox="1"/>
          <p:nvPr/>
        </p:nvSpPr>
        <p:spPr>
          <a:xfrm>
            <a:off x="3410189" y="4667727"/>
            <a:ext cx="9573904" cy="584775"/>
          </a:xfrm>
          <a:prstGeom prst="rect">
            <a:avLst/>
          </a:prstGeom>
          <a:noFill/>
        </p:spPr>
        <p:txBody>
          <a:bodyPr wrap="square">
            <a:spAutoFit/>
          </a:bodyPr>
          <a:lstStyle/>
          <a:p>
            <a:r>
              <a:rPr lang="en-IN" sz="3200" i="0" dirty="0">
                <a:latin typeface="+mj-lt"/>
              </a:rPr>
              <a:t>Dataset Overview</a:t>
            </a:r>
            <a:endParaRPr lang="en-IN" sz="3200" dirty="0"/>
          </a:p>
        </p:txBody>
      </p:sp>
      <p:sp>
        <p:nvSpPr>
          <p:cNvPr id="21" name="TextBox 20">
            <a:extLst>
              <a:ext uri="{FF2B5EF4-FFF2-40B4-BE49-F238E27FC236}">
                <a16:creationId xmlns:a16="http://schemas.microsoft.com/office/drawing/2014/main" id="{A292BC93-DBB3-477D-BE8E-6E5C27122C69}"/>
              </a:ext>
            </a:extLst>
          </p:cNvPr>
          <p:cNvSpPr txBox="1"/>
          <p:nvPr/>
        </p:nvSpPr>
        <p:spPr>
          <a:xfrm>
            <a:off x="3394583" y="5299783"/>
            <a:ext cx="9573904" cy="523220"/>
          </a:xfrm>
          <a:prstGeom prst="rect">
            <a:avLst/>
          </a:prstGeom>
          <a:noFill/>
        </p:spPr>
        <p:txBody>
          <a:bodyPr wrap="square">
            <a:spAutoFit/>
          </a:bodyPr>
          <a:lstStyle/>
          <a:p>
            <a:r>
              <a:rPr lang="en-IN" sz="2800" i="0" dirty="0">
                <a:latin typeface="Arial" panose="020B0604020202020204" pitchFamily="34" charset="0"/>
                <a:cs typeface="Arial" panose="020B0604020202020204" pitchFamily="34" charset="0"/>
              </a:rPr>
              <a:t>Data Science Processing steps</a:t>
            </a:r>
            <a:endParaRPr lang="en-IN" sz="28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EC873AB3-C184-BDD5-EDA5-CCCF414F97DA}"/>
              </a:ext>
            </a:extLst>
          </p:cNvPr>
          <p:cNvSpPr txBox="1"/>
          <p:nvPr/>
        </p:nvSpPr>
        <p:spPr>
          <a:xfrm>
            <a:off x="3394583" y="6003144"/>
            <a:ext cx="9573904" cy="523220"/>
          </a:xfrm>
          <a:prstGeom prst="rect">
            <a:avLst/>
          </a:prstGeom>
          <a:noFill/>
        </p:spPr>
        <p:txBody>
          <a:bodyPr wrap="square">
            <a:spAutoFit/>
          </a:bodyPr>
          <a:lstStyle/>
          <a:p>
            <a:r>
              <a:rPr lang="en-IN" sz="2800" dirty="0">
                <a:latin typeface="Arial" panose="020B0604020202020204" pitchFamily="34" charset="0"/>
                <a:cs typeface="Arial" panose="020B0604020202020204" pitchFamily="34" charset="0"/>
              </a:rPr>
              <a:t>Pre-Processing Stages</a:t>
            </a:r>
          </a:p>
        </p:txBody>
      </p:sp>
      <p:sp>
        <p:nvSpPr>
          <p:cNvPr id="27" name="TextBox 26">
            <a:extLst>
              <a:ext uri="{FF2B5EF4-FFF2-40B4-BE49-F238E27FC236}">
                <a16:creationId xmlns:a16="http://schemas.microsoft.com/office/drawing/2014/main" id="{27DD03C9-18B0-E77C-1350-BCC246A897AC}"/>
              </a:ext>
            </a:extLst>
          </p:cNvPr>
          <p:cNvSpPr txBox="1"/>
          <p:nvPr/>
        </p:nvSpPr>
        <p:spPr>
          <a:xfrm>
            <a:off x="3410189" y="6641533"/>
            <a:ext cx="9462446" cy="523220"/>
          </a:xfrm>
          <a:prstGeom prst="rect">
            <a:avLst/>
          </a:prstGeom>
          <a:noFill/>
        </p:spPr>
        <p:txBody>
          <a:bodyPr wrap="square">
            <a:spAutoFit/>
          </a:bodyPr>
          <a:lstStyle/>
          <a:p>
            <a:r>
              <a:rPr lang="en-IN" sz="2800" dirty="0">
                <a:latin typeface="Arial" panose="020B0604020202020204" pitchFamily="34" charset="0"/>
                <a:cs typeface="Arial" panose="020B0604020202020204" pitchFamily="34" charset="0"/>
              </a:rPr>
              <a:t>Proposed Solutions</a:t>
            </a:r>
          </a:p>
        </p:txBody>
      </p:sp>
      <p:sp>
        <p:nvSpPr>
          <p:cNvPr id="29" name="TextBox 28">
            <a:extLst>
              <a:ext uri="{FF2B5EF4-FFF2-40B4-BE49-F238E27FC236}">
                <a16:creationId xmlns:a16="http://schemas.microsoft.com/office/drawing/2014/main" id="{1E151102-2559-A587-1CBB-5C93086CF3B9}"/>
              </a:ext>
            </a:extLst>
          </p:cNvPr>
          <p:cNvSpPr txBox="1"/>
          <p:nvPr/>
        </p:nvSpPr>
        <p:spPr>
          <a:xfrm>
            <a:off x="3410189" y="7276159"/>
            <a:ext cx="9573904" cy="523220"/>
          </a:xfrm>
          <a:prstGeom prst="rect">
            <a:avLst/>
          </a:prstGeom>
          <a:noFill/>
        </p:spPr>
        <p:txBody>
          <a:bodyPr wrap="square">
            <a:spAutoFit/>
          </a:bodyPr>
          <a:lstStyle/>
          <a:p>
            <a:r>
              <a:rPr lang="en-IN" sz="2800" dirty="0">
                <a:latin typeface="Arial" panose="020B0604020202020204" pitchFamily="34" charset="0"/>
                <a:cs typeface="Arial" panose="020B0604020202020204" pitchFamily="34" charset="0"/>
              </a:rPr>
              <a:t>Future Work</a:t>
            </a:r>
          </a:p>
        </p:txBody>
      </p:sp>
      <p:sp>
        <p:nvSpPr>
          <p:cNvPr id="31" name="TextBox 30">
            <a:extLst>
              <a:ext uri="{FF2B5EF4-FFF2-40B4-BE49-F238E27FC236}">
                <a16:creationId xmlns:a16="http://schemas.microsoft.com/office/drawing/2014/main" id="{3778C385-9450-6C51-6976-3A5CA06BD78B}"/>
              </a:ext>
            </a:extLst>
          </p:cNvPr>
          <p:cNvSpPr txBox="1"/>
          <p:nvPr/>
        </p:nvSpPr>
        <p:spPr>
          <a:xfrm>
            <a:off x="3410189" y="7826369"/>
            <a:ext cx="9573904" cy="523220"/>
          </a:xfrm>
          <a:prstGeom prst="rect">
            <a:avLst/>
          </a:prstGeom>
          <a:noFill/>
        </p:spPr>
        <p:txBody>
          <a:bodyPr wrap="square">
            <a:spAutoFit/>
          </a:bodyPr>
          <a:lstStyle/>
          <a:p>
            <a:r>
              <a:rPr lang="en-IN" sz="2800" dirty="0">
                <a:latin typeface="Arial" panose="020B0604020202020204" pitchFamily="34" charset="0"/>
                <a:cs typeface="Arial" panose="020B0604020202020204" pitchFamily="34"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9258300"/>
            <a:ext cx="18288000" cy="1028700"/>
          </a:xfrm>
          <a:custGeom>
            <a:avLst/>
            <a:gdLst/>
            <a:ahLst/>
            <a:cxnLst/>
            <a:rect l="l" t="t" r="r" b="b"/>
            <a:pathLst>
              <a:path w="18288000" h="1028700">
                <a:moveTo>
                  <a:pt x="18287999" y="1028699"/>
                </a:moveTo>
                <a:lnTo>
                  <a:pt x="0" y="1028699"/>
                </a:lnTo>
                <a:lnTo>
                  <a:pt x="0" y="0"/>
                </a:lnTo>
                <a:lnTo>
                  <a:pt x="18287999" y="0"/>
                </a:lnTo>
                <a:lnTo>
                  <a:pt x="18287999" y="1028699"/>
                </a:lnTo>
                <a:close/>
              </a:path>
            </a:pathLst>
          </a:custGeom>
          <a:solidFill>
            <a:srgbClr val="5B98B9"/>
          </a:solidFill>
        </p:spPr>
        <p:txBody>
          <a:bodyPr wrap="square" lIns="0" tIns="0" rIns="0" bIns="0" rtlCol="0"/>
          <a:lstStyle/>
          <a:p>
            <a:endParaRPr/>
          </a:p>
        </p:txBody>
      </p:sp>
      <p:sp>
        <p:nvSpPr>
          <p:cNvPr id="10" name="TextBox 9">
            <a:extLst>
              <a:ext uri="{FF2B5EF4-FFF2-40B4-BE49-F238E27FC236}">
                <a16:creationId xmlns:a16="http://schemas.microsoft.com/office/drawing/2014/main" id="{FAFC0639-2AA6-56F4-29EB-B65CD0E2699C}"/>
              </a:ext>
            </a:extLst>
          </p:cNvPr>
          <p:cNvSpPr txBox="1"/>
          <p:nvPr/>
        </p:nvSpPr>
        <p:spPr>
          <a:xfrm>
            <a:off x="1726318" y="1022589"/>
            <a:ext cx="9144000" cy="923330"/>
          </a:xfrm>
          <a:prstGeom prst="rect">
            <a:avLst/>
          </a:prstGeom>
          <a:noFill/>
        </p:spPr>
        <p:txBody>
          <a:bodyPr wrap="square">
            <a:spAutoFit/>
          </a:bodyPr>
          <a:lstStyle/>
          <a:p>
            <a:r>
              <a:rPr lang="en-IN" sz="5400" b="1" dirty="0">
                <a:latin typeface="+mj-lt"/>
                <a:cs typeface="Arial" panose="020B0604020202020204" pitchFamily="34" charset="0"/>
              </a:rPr>
              <a:t>Introduction and Background</a:t>
            </a:r>
          </a:p>
        </p:txBody>
      </p:sp>
      <p:sp>
        <p:nvSpPr>
          <p:cNvPr id="12" name="TextBox 11">
            <a:extLst>
              <a:ext uri="{FF2B5EF4-FFF2-40B4-BE49-F238E27FC236}">
                <a16:creationId xmlns:a16="http://schemas.microsoft.com/office/drawing/2014/main" id="{613B59C5-8E8B-AAE8-76A1-42AD184289CB}"/>
              </a:ext>
            </a:extLst>
          </p:cNvPr>
          <p:cNvSpPr txBox="1"/>
          <p:nvPr/>
        </p:nvSpPr>
        <p:spPr>
          <a:xfrm>
            <a:off x="1028700" y="2322583"/>
            <a:ext cx="14135100" cy="4832092"/>
          </a:xfrm>
          <a:prstGeom prst="rect">
            <a:avLst/>
          </a:prstGeom>
          <a:noFill/>
        </p:spPr>
        <p:txBody>
          <a:bodyPr wrap="square">
            <a:spAutoFit/>
          </a:bodyPr>
          <a:lstStyle/>
          <a:p>
            <a:pPr marL="457200" indent="-457200">
              <a:buFont typeface="Wingdings" panose="05000000000000000000" pitchFamily="2" charset="2"/>
              <a:buChar char="Ø"/>
            </a:pPr>
            <a:r>
              <a:rPr lang="en-US" sz="2800" dirty="0"/>
              <a:t>Cancer remains one of the most significant health problems worldwide, while early diagnosis is essential for recovering patients' lives. </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Advanced algorithms in machine learning are applied for the detection of cancer risk by considering not only biological but also lifestyle and demographic factors. </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The research work is on predicting the probability of cancer for individuals utilizing a provided set of multi-dimensional features.</a:t>
            </a:r>
          </a:p>
          <a:p>
            <a:r>
              <a:rPr lang="en-US" sz="2800" dirty="0"/>
              <a:t> </a:t>
            </a:r>
          </a:p>
          <a:p>
            <a:pPr marL="457200" indent="-457200">
              <a:buFont typeface="Wingdings" panose="05000000000000000000" pitchFamily="2" charset="2"/>
              <a:buChar char="Ø"/>
            </a:pPr>
            <a:r>
              <a:rPr lang="en-US" sz="2800" dirty="0"/>
              <a:t>The aim is to create a trustworthy, scientifically supported classification model that will facilitate prompt detection and healthcare management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
            <a:ext cx="1828800" cy="1866898"/>
          </a:xfrm>
          <a:custGeom>
            <a:avLst/>
            <a:gdLst/>
            <a:ahLst/>
            <a:cxnLst/>
            <a:rect l="l" t="t" r="r" b="b"/>
            <a:pathLst>
              <a:path w="2569210" h="2346960">
                <a:moveTo>
                  <a:pt x="0" y="2335938"/>
                </a:moveTo>
                <a:lnTo>
                  <a:pt x="77896" y="2342082"/>
                </a:lnTo>
                <a:lnTo>
                  <a:pt x="125889" y="2344515"/>
                </a:lnTo>
                <a:lnTo>
                  <a:pt x="174130" y="2345981"/>
                </a:lnTo>
                <a:lnTo>
                  <a:pt x="222611" y="2346472"/>
                </a:lnTo>
                <a:lnTo>
                  <a:pt x="271092" y="2345981"/>
                </a:lnTo>
                <a:lnTo>
                  <a:pt x="319334" y="2344515"/>
                </a:lnTo>
                <a:lnTo>
                  <a:pt x="367327" y="2342082"/>
                </a:lnTo>
                <a:lnTo>
                  <a:pt x="415061" y="2338693"/>
                </a:lnTo>
                <a:lnTo>
                  <a:pt x="462527" y="2334357"/>
                </a:lnTo>
                <a:lnTo>
                  <a:pt x="467766" y="2333772"/>
                </a:lnTo>
              </a:path>
              <a:path w="2569210" h="2346960">
                <a:moveTo>
                  <a:pt x="467766" y="2333772"/>
                </a:moveTo>
                <a:lnTo>
                  <a:pt x="509717" y="2329083"/>
                </a:lnTo>
                <a:lnTo>
                  <a:pt x="556619" y="2322881"/>
                </a:lnTo>
                <a:lnTo>
                  <a:pt x="603226" y="2315760"/>
                </a:lnTo>
                <a:lnTo>
                  <a:pt x="645826" y="2308372"/>
                </a:lnTo>
              </a:path>
              <a:path w="2569210" h="2346960">
                <a:moveTo>
                  <a:pt x="645826" y="2308372"/>
                </a:moveTo>
                <a:lnTo>
                  <a:pt x="695513" y="2298799"/>
                </a:lnTo>
                <a:lnTo>
                  <a:pt x="741174" y="2288979"/>
                </a:lnTo>
                <a:lnTo>
                  <a:pt x="786502" y="2278276"/>
                </a:lnTo>
                <a:lnTo>
                  <a:pt x="831487" y="2266703"/>
                </a:lnTo>
                <a:lnTo>
                  <a:pt x="876119" y="2254267"/>
                </a:lnTo>
                <a:lnTo>
                  <a:pt x="920388" y="2240978"/>
                </a:lnTo>
                <a:lnTo>
                  <a:pt x="964287" y="2226846"/>
                </a:lnTo>
                <a:lnTo>
                  <a:pt x="1007804" y="2211880"/>
                </a:lnTo>
                <a:lnTo>
                  <a:pt x="1050930" y="2196089"/>
                </a:lnTo>
                <a:lnTo>
                  <a:pt x="1093657" y="2179484"/>
                </a:lnTo>
                <a:lnTo>
                  <a:pt x="1135975" y="2162072"/>
                </a:lnTo>
                <a:lnTo>
                  <a:pt x="1177873" y="2143865"/>
                </a:lnTo>
                <a:lnTo>
                  <a:pt x="1219344" y="2124871"/>
                </a:lnTo>
                <a:lnTo>
                  <a:pt x="1260409" y="2105152"/>
                </a:lnTo>
                <a:lnTo>
                  <a:pt x="1300963" y="2084560"/>
                </a:lnTo>
                <a:lnTo>
                  <a:pt x="1341092" y="2063262"/>
                </a:lnTo>
                <a:lnTo>
                  <a:pt x="1380756" y="2041215"/>
                </a:lnTo>
                <a:lnTo>
                  <a:pt x="1419944" y="2018429"/>
                </a:lnTo>
                <a:lnTo>
                  <a:pt x="1458647" y="1994913"/>
                </a:lnTo>
                <a:lnTo>
                  <a:pt x="1496856" y="1970675"/>
                </a:lnTo>
                <a:lnTo>
                  <a:pt x="1534561" y="1945727"/>
                </a:lnTo>
                <a:lnTo>
                  <a:pt x="1571754" y="1920077"/>
                </a:lnTo>
                <a:lnTo>
                  <a:pt x="1608423" y="1893734"/>
                </a:lnTo>
                <a:lnTo>
                  <a:pt x="1644561" y="1866708"/>
                </a:lnTo>
                <a:lnTo>
                  <a:pt x="1680157" y="1839009"/>
                </a:lnTo>
                <a:lnTo>
                  <a:pt x="1715203" y="1810646"/>
                </a:lnTo>
                <a:lnTo>
                  <a:pt x="1749688" y="1781628"/>
                </a:lnTo>
                <a:lnTo>
                  <a:pt x="1783603" y="1751965"/>
                </a:lnTo>
                <a:lnTo>
                  <a:pt x="1816939" y="1721666"/>
                </a:lnTo>
                <a:lnTo>
                  <a:pt x="1849687" y="1690741"/>
                </a:lnTo>
                <a:lnTo>
                  <a:pt x="1881837" y="1659198"/>
                </a:lnTo>
                <a:lnTo>
                  <a:pt x="1913379" y="1627049"/>
                </a:lnTo>
                <a:lnTo>
                  <a:pt x="1944304" y="1594301"/>
                </a:lnTo>
                <a:lnTo>
                  <a:pt x="1974603" y="1560965"/>
                </a:lnTo>
                <a:lnTo>
                  <a:pt x="2004266" y="1527049"/>
                </a:lnTo>
                <a:lnTo>
                  <a:pt x="2033284" y="1492564"/>
                </a:lnTo>
                <a:lnTo>
                  <a:pt x="2061647" y="1457519"/>
                </a:lnTo>
                <a:lnTo>
                  <a:pt x="2089346" y="1421923"/>
                </a:lnTo>
                <a:lnTo>
                  <a:pt x="2116372" y="1385785"/>
                </a:lnTo>
                <a:lnTo>
                  <a:pt x="2142715" y="1349115"/>
                </a:lnTo>
                <a:lnTo>
                  <a:pt x="2168365" y="1311923"/>
                </a:lnTo>
                <a:lnTo>
                  <a:pt x="2193314" y="1274218"/>
                </a:lnTo>
                <a:lnTo>
                  <a:pt x="2217551" y="1236009"/>
                </a:lnTo>
                <a:lnTo>
                  <a:pt x="2241067" y="1197305"/>
                </a:lnTo>
                <a:lnTo>
                  <a:pt x="2263854" y="1158117"/>
                </a:lnTo>
                <a:lnTo>
                  <a:pt x="2285901" y="1118454"/>
                </a:lnTo>
                <a:lnTo>
                  <a:pt x="2307198" y="1078325"/>
                </a:lnTo>
                <a:lnTo>
                  <a:pt x="2327738" y="1037739"/>
                </a:lnTo>
                <a:lnTo>
                  <a:pt x="2347509" y="996706"/>
                </a:lnTo>
                <a:lnTo>
                  <a:pt x="2366503" y="955235"/>
                </a:lnTo>
                <a:lnTo>
                  <a:pt x="2384711" y="913336"/>
                </a:lnTo>
                <a:lnTo>
                  <a:pt x="2402122" y="871019"/>
                </a:lnTo>
                <a:lnTo>
                  <a:pt x="2418728" y="828292"/>
                </a:lnTo>
                <a:lnTo>
                  <a:pt x="2434518" y="785165"/>
                </a:lnTo>
                <a:lnTo>
                  <a:pt x="2449484" y="741648"/>
                </a:lnTo>
                <a:lnTo>
                  <a:pt x="2463616" y="697750"/>
                </a:lnTo>
                <a:lnTo>
                  <a:pt x="2476905" y="653480"/>
                </a:lnTo>
                <a:lnTo>
                  <a:pt x="2489341" y="608849"/>
                </a:lnTo>
                <a:lnTo>
                  <a:pt x="2500915" y="563864"/>
                </a:lnTo>
                <a:lnTo>
                  <a:pt x="2511617" y="518536"/>
                </a:lnTo>
                <a:lnTo>
                  <a:pt x="2521438" y="472875"/>
                </a:lnTo>
                <a:lnTo>
                  <a:pt x="2530368" y="426889"/>
                </a:lnTo>
                <a:lnTo>
                  <a:pt x="2538399" y="380588"/>
                </a:lnTo>
                <a:lnTo>
                  <a:pt x="2545520" y="333981"/>
                </a:lnTo>
                <a:lnTo>
                  <a:pt x="2551722" y="287078"/>
                </a:lnTo>
                <a:lnTo>
                  <a:pt x="2556996" y="239889"/>
                </a:lnTo>
                <a:lnTo>
                  <a:pt x="2561332" y="192423"/>
                </a:lnTo>
                <a:lnTo>
                  <a:pt x="2564721" y="144688"/>
                </a:lnTo>
                <a:lnTo>
                  <a:pt x="2567058" y="98567"/>
                </a:lnTo>
                <a:lnTo>
                  <a:pt x="2568735" y="48455"/>
                </a:lnTo>
                <a:lnTo>
                  <a:pt x="2569035" y="9671"/>
                </a:lnTo>
                <a:lnTo>
                  <a:pt x="2569110" y="0"/>
                </a:lnTo>
              </a:path>
            </a:pathLst>
          </a:custGeom>
          <a:ln w="1905000">
            <a:solidFill>
              <a:srgbClr val="135CA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12806250" y="945393"/>
            <a:ext cx="5186247" cy="9164217"/>
          </a:xfrm>
          <a:prstGeom prst="rect">
            <a:avLst/>
          </a:prstGeom>
        </p:spPr>
      </p:pic>
      <p:sp>
        <p:nvSpPr>
          <p:cNvPr id="6" name="object 6"/>
          <p:cNvSpPr txBox="1">
            <a:spLocks noGrp="1"/>
          </p:cNvSpPr>
          <p:nvPr>
            <p:ph type="title"/>
          </p:nvPr>
        </p:nvSpPr>
        <p:spPr>
          <a:xfrm>
            <a:off x="1505645" y="1997198"/>
            <a:ext cx="4361755" cy="1381147"/>
          </a:xfrm>
          <a:prstGeom prst="rect">
            <a:avLst/>
          </a:prstGeom>
        </p:spPr>
        <p:txBody>
          <a:bodyPr vert="horz" wrap="square" lIns="0" tIns="331470" rIns="0" bIns="0" rtlCol="0">
            <a:spAutoFit/>
          </a:bodyPr>
          <a:lstStyle/>
          <a:p>
            <a:pPr marL="12700" algn="just">
              <a:lnSpc>
                <a:spcPct val="100000"/>
              </a:lnSpc>
              <a:spcBef>
                <a:spcPts val="2610"/>
              </a:spcBef>
            </a:pPr>
            <a:br>
              <a:rPr lang="en-IN" sz="4800" dirty="0"/>
            </a:br>
            <a:endParaRPr sz="2000" dirty="0">
              <a:latin typeface="Lucida Sans Unicode"/>
              <a:cs typeface="Lucida Sans Unicode"/>
            </a:endParaRPr>
          </a:p>
        </p:txBody>
      </p:sp>
      <p:sp>
        <p:nvSpPr>
          <p:cNvPr id="9" name="TextBox 8">
            <a:extLst>
              <a:ext uri="{FF2B5EF4-FFF2-40B4-BE49-F238E27FC236}">
                <a16:creationId xmlns:a16="http://schemas.microsoft.com/office/drawing/2014/main" id="{3430C138-1E14-6003-5130-6DCF9D1C1EEA}"/>
              </a:ext>
            </a:extLst>
          </p:cNvPr>
          <p:cNvSpPr txBox="1"/>
          <p:nvPr/>
        </p:nvSpPr>
        <p:spPr>
          <a:xfrm>
            <a:off x="3758921" y="1603643"/>
            <a:ext cx="9587552" cy="923330"/>
          </a:xfrm>
          <a:prstGeom prst="rect">
            <a:avLst/>
          </a:prstGeom>
          <a:noFill/>
        </p:spPr>
        <p:txBody>
          <a:bodyPr wrap="square">
            <a:spAutoFit/>
          </a:bodyPr>
          <a:lstStyle/>
          <a:p>
            <a:r>
              <a:rPr lang="en-IN" sz="5400" b="1" i="0" dirty="0">
                <a:latin typeface="+mj-lt"/>
              </a:rPr>
              <a:t>Literature Review</a:t>
            </a:r>
            <a:endParaRPr lang="en-IN" sz="5400" b="1" dirty="0">
              <a:latin typeface="+mj-lt"/>
            </a:endParaRPr>
          </a:p>
        </p:txBody>
      </p:sp>
      <p:pic>
        <p:nvPicPr>
          <p:cNvPr id="13" name="Picture 12">
            <a:extLst>
              <a:ext uri="{FF2B5EF4-FFF2-40B4-BE49-F238E27FC236}">
                <a16:creationId xmlns:a16="http://schemas.microsoft.com/office/drawing/2014/main" id="{65023AFA-006C-FA4E-7141-3E06E05E8A44}"/>
              </a:ext>
            </a:extLst>
          </p:cNvPr>
          <p:cNvPicPr>
            <a:picLocks noChangeAspect="1"/>
          </p:cNvPicPr>
          <p:nvPr/>
        </p:nvPicPr>
        <p:blipFill>
          <a:blip r:embed="rId3"/>
          <a:stretch>
            <a:fillRect/>
          </a:stretch>
        </p:blipFill>
        <p:spPr>
          <a:xfrm>
            <a:off x="12420602" y="723900"/>
            <a:ext cx="5867398" cy="6712707"/>
          </a:xfrm>
          <a:prstGeom prst="rect">
            <a:avLst/>
          </a:prstGeom>
        </p:spPr>
      </p:pic>
      <p:sp>
        <p:nvSpPr>
          <p:cNvPr id="21" name="TextBox 20">
            <a:extLst>
              <a:ext uri="{FF2B5EF4-FFF2-40B4-BE49-F238E27FC236}">
                <a16:creationId xmlns:a16="http://schemas.microsoft.com/office/drawing/2014/main" id="{584EEDC5-4B12-A936-AD14-77DAF9B5DCE1}"/>
              </a:ext>
            </a:extLst>
          </p:cNvPr>
          <p:cNvSpPr txBox="1"/>
          <p:nvPr/>
        </p:nvSpPr>
        <p:spPr>
          <a:xfrm>
            <a:off x="957002" y="3185223"/>
            <a:ext cx="11270776" cy="5262979"/>
          </a:xfrm>
          <a:prstGeom prst="rect">
            <a:avLst/>
          </a:prstGeom>
          <a:noFill/>
        </p:spPr>
        <p:txBody>
          <a:bodyPr wrap="square">
            <a:spAutoFit/>
          </a:bodyPr>
          <a:lstStyle/>
          <a:p>
            <a:pPr marL="457200" indent="-457200">
              <a:buFont typeface="Wingdings" panose="05000000000000000000" pitchFamily="2" charset="2"/>
              <a:buChar char="Ø"/>
            </a:pPr>
            <a:r>
              <a:rPr lang="en-US" sz="2800" dirty="0">
                <a:latin typeface="Arial" panose="020B0604020202020204" pitchFamily="34" charset="0"/>
                <a:cs typeface="Arial" panose="020B0604020202020204" pitchFamily="34" charset="0"/>
              </a:rPr>
              <a:t>Cruz Wishart 2006 showed that ML techniques can capture complex , non linear relationships in medical data that conventional clinical tools often miss.</a:t>
            </a:r>
          </a:p>
          <a:p>
            <a:pPr marL="457200" indent="-4572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2800" dirty="0">
                <a:latin typeface="Arial" panose="020B0604020202020204" pitchFamily="34" charset="0"/>
                <a:cs typeface="Arial" panose="020B0604020202020204" pitchFamily="34" charset="0"/>
              </a:rPr>
              <a:t>Kourou et al. (2015) revealed that machine learning models including SVM and logistic regression achieve better cancer prediction accuracy than conventional statistical approaches. </a:t>
            </a:r>
          </a:p>
          <a:p>
            <a:pPr marL="457200" indent="-4572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2800" dirty="0">
                <a:latin typeface="Arial" panose="020B0604020202020204" pitchFamily="34" charset="0"/>
                <a:cs typeface="Arial" panose="020B0604020202020204" pitchFamily="34" charset="0"/>
              </a:rPr>
              <a:t>Shruti et al. (2022) stated that machine learning models such as SVM, CART, and KNN can accurately predict various types of cancer, proving that ML algorithms are able to handle diverse clinical datasets and capture complex risk factor interactions.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6237"/>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135CA0"/>
          </a:solidFill>
        </p:spPr>
        <p:txBody>
          <a:bodyPr wrap="square" lIns="0" tIns="0" rIns="0" bIns="0" rtlCol="0"/>
          <a:lstStyle/>
          <a:p>
            <a:endParaRPr/>
          </a:p>
        </p:txBody>
      </p:sp>
      <p:pic>
        <p:nvPicPr>
          <p:cNvPr id="3" name="object 3"/>
          <p:cNvPicPr/>
          <p:nvPr/>
        </p:nvPicPr>
        <p:blipFill>
          <a:blip r:embed="rId2" cstate="print"/>
          <a:stretch>
            <a:fillRect/>
          </a:stretch>
        </p:blipFill>
        <p:spPr>
          <a:xfrm>
            <a:off x="232203" y="7686323"/>
            <a:ext cx="5838824" cy="1152524"/>
          </a:xfrm>
          <a:prstGeom prst="rect">
            <a:avLst/>
          </a:prstGeom>
        </p:spPr>
      </p:pic>
      <p:pic>
        <p:nvPicPr>
          <p:cNvPr id="4" name="object 4"/>
          <p:cNvPicPr/>
          <p:nvPr/>
        </p:nvPicPr>
        <p:blipFill>
          <a:blip r:embed="rId2" cstate="print"/>
          <a:stretch>
            <a:fillRect/>
          </a:stretch>
        </p:blipFill>
        <p:spPr>
          <a:xfrm>
            <a:off x="6224859" y="7686323"/>
            <a:ext cx="5838824" cy="1152524"/>
          </a:xfrm>
          <a:prstGeom prst="rect">
            <a:avLst/>
          </a:prstGeom>
        </p:spPr>
      </p:pic>
      <p:pic>
        <p:nvPicPr>
          <p:cNvPr id="6" name="object 6"/>
          <p:cNvPicPr/>
          <p:nvPr/>
        </p:nvPicPr>
        <p:blipFill>
          <a:blip r:embed="rId2" cstate="print"/>
          <a:stretch>
            <a:fillRect/>
          </a:stretch>
        </p:blipFill>
        <p:spPr>
          <a:xfrm>
            <a:off x="12213997" y="7686323"/>
            <a:ext cx="5838824" cy="1152524"/>
          </a:xfrm>
          <a:prstGeom prst="rect">
            <a:avLst/>
          </a:prstGeom>
        </p:spPr>
      </p:pic>
      <p:sp>
        <p:nvSpPr>
          <p:cNvPr id="10" name="object 10"/>
          <p:cNvSpPr/>
          <p:nvPr/>
        </p:nvSpPr>
        <p:spPr>
          <a:xfrm>
            <a:off x="150697" y="1606496"/>
            <a:ext cx="17902124" cy="8448729"/>
          </a:xfrm>
          <a:custGeom>
            <a:avLst/>
            <a:gdLst/>
            <a:ahLst/>
            <a:cxnLst/>
            <a:rect l="l" t="t" r="r" b="b"/>
            <a:pathLst>
              <a:path w="5842000" h="5146675">
                <a:moveTo>
                  <a:pt x="5422699" y="5146658"/>
                </a:moveTo>
                <a:lnTo>
                  <a:pt x="419100" y="5146658"/>
                </a:lnTo>
                <a:lnTo>
                  <a:pt x="371810" y="5143983"/>
                </a:lnTo>
                <a:lnTo>
                  <a:pt x="325488" y="5136071"/>
                </a:lnTo>
                <a:lnTo>
                  <a:pt x="280544" y="5123092"/>
                </a:lnTo>
                <a:lnTo>
                  <a:pt x="237388" y="5105216"/>
                </a:lnTo>
                <a:lnTo>
                  <a:pt x="196430" y="5082613"/>
                </a:lnTo>
                <a:lnTo>
                  <a:pt x="158081" y="5055453"/>
                </a:lnTo>
                <a:lnTo>
                  <a:pt x="122751" y="5023906"/>
                </a:lnTo>
                <a:lnTo>
                  <a:pt x="91204" y="4988576"/>
                </a:lnTo>
                <a:lnTo>
                  <a:pt x="64044" y="4950227"/>
                </a:lnTo>
                <a:lnTo>
                  <a:pt x="41441" y="4909269"/>
                </a:lnTo>
                <a:lnTo>
                  <a:pt x="23565" y="4866113"/>
                </a:lnTo>
                <a:lnTo>
                  <a:pt x="10586" y="4821169"/>
                </a:lnTo>
                <a:lnTo>
                  <a:pt x="2675" y="4774847"/>
                </a:lnTo>
                <a:lnTo>
                  <a:pt x="0" y="4727558"/>
                </a:lnTo>
                <a:lnTo>
                  <a:pt x="0" y="419100"/>
                </a:lnTo>
                <a:lnTo>
                  <a:pt x="2675" y="371810"/>
                </a:lnTo>
                <a:lnTo>
                  <a:pt x="10586" y="325488"/>
                </a:lnTo>
                <a:lnTo>
                  <a:pt x="23565" y="280544"/>
                </a:lnTo>
                <a:lnTo>
                  <a:pt x="41441" y="237388"/>
                </a:lnTo>
                <a:lnTo>
                  <a:pt x="64044" y="196430"/>
                </a:lnTo>
                <a:lnTo>
                  <a:pt x="91204" y="158081"/>
                </a:lnTo>
                <a:lnTo>
                  <a:pt x="122751" y="122751"/>
                </a:lnTo>
                <a:lnTo>
                  <a:pt x="158081" y="91204"/>
                </a:lnTo>
                <a:lnTo>
                  <a:pt x="196430" y="64044"/>
                </a:lnTo>
                <a:lnTo>
                  <a:pt x="237388" y="41441"/>
                </a:lnTo>
                <a:lnTo>
                  <a:pt x="280544" y="23565"/>
                </a:lnTo>
                <a:lnTo>
                  <a:pt x="325488" y="10586"/>
                </a:lnTo>
                <a:lnTo>
                  <a:pt x="371810" y="2675"/>
                </a:lnTo>
                <a:lnTo>
                  <a:pt x="419100" y="0"/>
                </a:lnTo>
                <a:lnTo>
                  <a:pt x="5422699" y="0"/>
                </a:lnTo>
                <a:lnTo>
                  <a:pt x="5469989" y="2675"/>
                </a:lnTo>
                <a:lnTo>
                  <a:pt x="5516311" y="10586"/>
                </a:lnTo>
                <a:lnTo>
                  <a:pt x="5561255" y="23565"/>
                </a:lnTo>
                <a:lnTo>
                  <a:pt x="5604411" y="41441"/>
                </a:lnTo>
                <a:lnTo>
                  <a:pt x="5645368" y="64044"/>
                </a:lnTo>
                <a:lnTo>
                  <a:pt x="5683717" y="91204"/>
                </a:lnTo>
                <a:lnTo>
                  <a:pt x="5719048" y="122751"/>
                </a:lnTo>
                <a:lnTo>
                  <a:pt x="5750595" y="158081"/>
                </a:lnTo>
                <a:lnTo>
                  <a:pt x="5777755" y="196430"/>
                </a:lnTo>
                <a:lnTo>
                  <a:pt x="5800358" y="237388"/>
                </a:lnTo>
                <a:lnTo>
                  <a:pt x="5818233" y="280544"/>
                </a:lnTo>
                <a:lnTo>
                  <a:pt x="5831212" y="325488"/>
                </a:lnTo>
                <a:lnTo>
                  <a:pt x="5839124" y="371810"/>
                </a:lnTo>
                <a:lnTo>
                  <a:pt x="5841799" y="419100"/>
                </a:lnTo>
                <a:lnTo>
                  <a:pt x="5841799" y="4727558"/>
                </a:lnTo>
                <a:lnTo>
                  <a:pt x="5839124" y="4774847"/>
                </a:lnTo>
                <a:lnTo>
                  <a:pt x="5831212" y="4821169"/>
                </a:lnTo>
                <a:lnTo>
                  <a:pt x="5818233" y="4866113"/>
                </a:lnTo>
                <a:lnTo>
                  <a:pt x="5800358" y="4909269"/>
                </a:lnTo>
                <a:lnTo>
                  <a:pt x="5777755" y="4950227"/>
                </a:lnTo>
                <a:lnTo>
                  <a:pt x="5750595" y="4988576"/>
                </a:lnTo>
                <a:lnTo>
                  <a:pt x="5719048" y="5023906"/>
                </a:lnTo>
                <a:lnTo>
                  <a:pt x="5683717" y="5055453"/>
                </a:lnTo>
                <a:lnTo>
                  <a:pt x="5645368" y="5082613"/>
                </a:lnTo>
                <a:lnTo>
                  <a:pt x="5604411" y="5105216"/>
                </a:lnTo>
                <a:lnTo>
                  <a:pt x="5561255" y="5123092"/>
                </a:lnTo>
                <a:lnTo>
                  <a:pt x="5516311" y="5136071"/>
                </a:lnTo>
                <a:lnTo>
                  <a:pt x="5469989" y="5143983"/>
                </a:lnTo>
                <a:lnTo>
                  <a:pt x="5422699" y="5146658"/>
                </a:lnTo>
                <a:close/>
              </a:path>
            </a:pathLst>
          </a:custGeom>
          <a:solidFill>
            <a:srgbClr val="FDFDFD"/>
          </a:solidFill>
        </p:spPr>
        <p:txBody>
          <a:bodyPr wrap="square" lIns="0" tIns="0" rIns="0" bIns="0" rtlCol="0"/>
          <a:lstStyle/>
          <a:p>
            <a:pPr marL="186262" indent="0" algn="l">
              <a:buNone/>
            </a:pPr>
            <a:endParaRPr lang="en-US" dirty="0">
              <a:solidFill>
                <a:srgbClr val="000000"/>
              </a:solidFill>
            </a:endParaRPr>
          </a:p>
        </p:txBody>
      </p:sp>
      <p:sp>
        <p:nvSpPr>
          <p:cNvPr id="12" name="object 12"/>
          <p:cNvSpPr/>
          <p:nvPr/>
        </p:nvSpPr>
        <p:spPr>
          <a:xfrm>
            <a:off x="15573717" y="10245873"/>
            <a:ext cx="635" cy="41275"/>
          </a:xfrm>
          <a:custGeom>
            <a:avLst/>
            <a:gdLst/>
            <a:ahLst/>
            <a:cxnLst/>
            <a:rect l="l" t="t" r="r" b="b"/>
            <a:pathLst>
              <a:path w="634" h="41275">
                <a:moveTo>
                  <a:pt x="416" y="0"/>
                </a:moveTo>
                <a:lnTo>
                  <a:pt x="0" y="41126"/>
                </a:lnTo>
              </a:path>
            </a:pathLst>
          </a:custGeom>
          <a:ln w="1905000">
            <a:solidFill>
              <a:srgbClr val="FFFFFF"/>
            </a:solidFill>
          </a:ln>
        </p:spPr>
        <p:txBody>
          <a:bodyPr wrap="square" lIns="0" tIns="0" rIns="0" bIns="0" rtlCol="0"/>
          <a:lstStyle/>
          <a:p>
            <a:endParaRPr/>
          </a:p>
        </p:txBody>
      </p:sp>
      <p:sp>
        <p:nvSpPr>
          <p:cNvPr id="19" name="object 19"/>
          <p:cNvSpPr txBox="1"/>
          <p:nvPr/>
        </p:nvSpPr>
        <p:spPr>
          <a:xfrm>
            <a:off x="914400" y="2476500"/>
            <a:ext cx="16687799" cy="5846472"/>
          </a:xfrm>
          <a:prstGeom prst="rect">
            <a:avLst/>
          </a:prstGeom>
        </p:spPr>
        <p:txBody>
          <a:bodyPr vert="horz" wrap="square" lIns="0" tIns="189230" rIns="0" bIns="0" rtlCol="0">
            <a:spAutoFit/>
          </a:bodyPr>
          <a:lstStyle/>
          <a:p>
            <a:pPr algn="l">
              <a:buFont typeface="Wingdings" panose="05000000000000000000" pitchFamily="2" charset="2"/>
              <a:buChar char="Ø"/>
            </a:pPr>
            <a:r>
              <a:rPr lang="en-US" sz="2800" dirty="0">
                <a:solidFill>
                  <a:srgbClr val="000000"/>
                </a:solidFill>
              </a:rPr>
              <a:t>The dataset includes 1500 patient information with fitness, lifestyle, and genetic danger factors related to cancer.</a:t>
            </a:r>
          </a:p>
          <a:p>
            <a:pPr algn="l">
              <a:buFont typeface="Wingdings" panose="05000000000000000000" pitchFamily="2" charset="2"/>
              <a:buChar char="Ø"/>
            </a:pPr>
            <a:endParaRPr lang="en-US" sz="2800" dirty="0">
              <a:solidFill>
                <a:srgbClr val="000000"/>
              </a:solidFill>
            </a:endParaRPr>
          </a:p>
          <a:p>
            <a:pPr algn="l">
              <a:buFont typeface="Wingdings" panose="05000000000000000000" pitchFamily="2" charset="2"/>
              <a:buChar char="Ø"/>
            </a:pPr>
            <a:r>
              <a:rPr lang="en-US" sz="2800" dirty="0">
                <a:solidFill>
                  <a:srgbClr val="000000"/>
                </a:solidFill>
              </a:rPr>
              <a:t>Attributes include : Age, Gender, BMI, Smoking, Genetic Risk, Physical Activity, Alcohol Intake , Cancer History and </a:t>
            </a:r>
            <a:r>
              <a:rPr lang="en-US" sz="2800" dirty="0"/>
              <a:t>binary target variable Diagnosis.</a:t>
            </a:r>
          </a:p>
          <a:p>
            <a:pPr algn="l">
              <a:buFont typeface="Wingdings" panose="05000000000000000000" pitchFamily="2" charset="2"/>
              <a:buChar char="Ø"/>
            </a:pPr>
            <a:endParaRPr lang="en-US" sz="2800" dirty="0"/>
          </a:p>
          <a:p>
            <a:pPr algn="l">
              <a:buFont typeface="Wingdings" panose="05000000000000000000" pitchFamily="2" charset="2"/>
              <a:buChar char="Ø"/>
            </a:pPr>
            <a:endParaRPr lang="en-US" sz="2800" dirty="0"/>
          </a:p>
          <a:p>
            <a:pPr marL="186262" indent="0" algn="l">
              <a:buNone/>
            </a:pPr>
            <a:r>
              <a:rPr lang="en-US" sz="3200" b="1" dirty="0">
                <a:solidFill>
                  <a:srgbClr val="000000"/>
                </a:solidFill>
              </a:rPr>
              <a:t>Reasons behind selecting this Dataset:</a:t>
            </a:r>
          </a:p>
          <a:p>
            <a:pPr marL="186262" indent="0" algn="l">
              <a:buNone/>
            </a:pPr>
            <a:endParaRPr lang="en-US" sz="2800" dirty="0">
              <a:solidFill>
                <a:srgbClr val="000000"/>
              </a:solidFill>
            </a:endParaRPr>
          </a:p>
          <a:p>
            <a:pPr algn="l">
              <a:buFont typeface="Wingdings" panose="05000000000000000000" pitchFamily="2" charset="2"/>
              <a:buChar char="Ø"/>
            </a:pPr>
            <a:r>
              <a:rPr lang="en-US" sz="2800" dirty="0">
                <a:solidFill>
                  <a:srgbClr val="000000"/>
                </a:solidFill>
              </a:rPr>
              <a:t>Incorporates Risk Factors From Both Lifestyle And Biology</a:t>
            </a:r>
          </a:p>
          <a:p>
            <a:pPr algn="l">
              <a:buFont typeface="Wingdings" panose="05000000000000000000" pitchFamily="2" charset="2"/>
              <a:buChar char="Ø"/>
            </a:pPr>
            <a:r>
              <a:rPr lang="en-US" sz="2800" dirty="0">
                <a:solidFill>
                  <a:srgbClr val="000000"/>
                </a:solidFill>
              </a:rPr>
              <a:t>Demonstrates Use Cases In Real World Healthcare</a:t>
            </a:r>
          </a:p>
          <a:p>
            <a:pPr algn="l">
              <a:buFont typeface="Wingdings" panose="05000000000000000000" pitchFamily="2" charset="2"/>
              <a:buChar char="Ø"/>
            </a:pPr>
            <a:endParaRPr lang="en-US" sz="2800" dirty="0"/>
          </a:p>
          <a:p>
            <a:pPr marR="25400" algn="ctr">
              <a:lnSpc>
                <a:spcPct val="100000"/>
              </a:lnSpc>
              <a:spcBef>
                <a:spcPts val="1490"/>
              </a:spcBef>
            </a:pPr>
            <a:endParaRPr sz="1500" dirty="0">
              <a:latin typeface="Lucida Sans Unicode"/>
              <a:cs typeface="Lucida Sans Unicode"/>
            </a:endParaRPr>
          </a:p>
        </p:txBody>
      </p:sp>
      <p:sp>
        <p:nvSpPr>
          <p:cNvPr id="23" name="TextBox 22">
            <a:extLst>
              <a:ext uri="{FF2B5EF4-FFF2-40B4-BE49-F238E27FC236}">
                <a16:creationId xmlns:a16="http://schemas.microsoft.com/office/drawing/2014/main" id="{DA2E9020-800A-B832-61FB-BB0CEF921007}"/>
              </a:ext>
            </a:extLst>
          </p:cNvPr>
          <p:cNvSpPr txBox="1"/>
          <p:nvPr/>
        </p:nvSpPr>
        <p:spPr>
          <a:xfrm>
            <a:off x="5517424" y="448155"/>
            <a:ext cx="9587552" cy="923330"/>
          </a:xfrm>
          <a:prstGeom prst="rect">
            <a:avLst/>
          </a:prstGeom>
          <a:noFill/>
        </p:spPr>
        <p:txBody>
          <a:bodyPr wrap="square">
            <a:spAutoFit/>
          </a:bodyPr>
          <a:lstStyle/>
          <a:p>
            <a:r>
              <a:rPr lang="en-IN" sz="5400" b="1" i="0" dirty="0">
                <a:solidFill>
                  <a:schemeClr val="bg1"/>
                </a:solidFill>
                <a:latin typeface="+mj-lt"/>
              </a:rPr>
              <a:t>Dataset Overview</a:t>
            </a:r>
            <a:endParaRPr lang="en-IN" sz="5400"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668000" y="1509395"/>
            <a:ext cx="7627961" cy="7268210"/>
          </a:xfrm>
          <a:custGeom>
            <a:avLst/>
            <a:gdLst/>
            <a:ahLst/>
            <a:cxnLst/>
            <a:rect l="l" t="t" r="r" b="b"/>
            <a:pathLst>
              <a:path w="5021580" h="10278110">
                <a:moveTo>
                  <a:pt x="5021169" y="10277706"/>
                </a:moveTo>
                <a:lnTo>
                  <a:pt x="0" y="10277706"/>
                </a:lnTo>
                <a:lnTo>
                  <a:pt x="0" y="0"/>
                </a:lnTo>
                <a:lnTo>
                  <a:pt x="5021169" y="0"/>
                </a:lnTo>
                <a:lnTo>
                  <a:pt x="5021169" y="10277706"/>
                </a:lnTo>
                <a:close/>
              </a:path>
            </a:pathLst>
          </a:custGeom>
          <a:solidFill>
            <a:srgbClr val="041C40"/>
          </a:solidFill>
        </p:spPr>
        <p:txBody>
          <a:bodyPr wrap="square" lIns="0" tIns="0" rIns="0" bIns="0" rtlCol="0"/>
          <a:lstStyle/>
          <a:p>
            <a:endParaRPr/>
          </a:p>
        </p:txBody>
      </p:sp>
      <p:sp>
        <p:nvSpPr>
          <p:cNvPr id="4" name="object 4"/>
          <p:cNvSpPr/>
          <p:nvPr/>
        </p:nvSpPr>
        <p:spPr>
          <a:xfrm>
            <a:off x="1" y="76949"/>
            <a:ext cx="1371600" cy="1561352"/>
          </a:xfrm>
          <a:custGeom>
            <a:avLst/>
            <a:gdLst/>
            <a:ahLst/>
            <a:cxnLst/>
            <a:rect l="l" t="t" r="r" b="b"/>
            <a:pathLst>
              <a:path w="1966595" h="1703705">
                <a:moveTo>
                  <a:pt x="0" y="1695412"/>
                </a:moveTo>
                <a:lnTo>
                  <a:pt x="42461" y="1699369"/>
                </a:lnTo>
                <a:lnTo>
                  <a:pt x="90062" y="1702534"/>
                </a:lnTo>
                <a:lnTo>
                  <a:pt x="109266" y="1703300"/>
                </a:lnTo>
              </a:path>
              <a:path w="1966595" h="1703705">
                <a:moveTo>
                  <a:pt x="263229" y="1703300"/>
                </a:moveTo>
                <a:lnTo>
                  <a:pt x="330033" y="1699369"/>
                </a:lnTo>
                <a:lnTo>
                  <a:pt x="377286" y="1694966"/>
                </a:lnTo>
                <a:lnTo>
                  <a:pt x="424173" y="1689341"/>
                </a:lnTo>
                <a:lnTo>
                  <a:pt x="470679" y="1682510"/>
                </a:lnTo>
                <a:lnTo>
                  <a:pt x="516787" y="1674490"/>
                </a:lnTo>
                <a:lnTo>
                  <a:pt x="562482" y="1665296"/>
                </a:lnTo>
                <a:lnTo>
                  <a:pt x="607747" y="1654945"/>
                </a:lnTo>
                <a:lnTo>
                  <a:pt x="652566" y="1643454"/>
                </a:lnTo>
                <a:lnTo>
                  <a:pt x="696923" y="1630837"/>
                </a:lnTo>
                <a:lnTo>
                  <a:pt x="740802" y="1617111"/>
                </a:lnTo>
                <a:lnTo>
                  <a:pt x="784186" y="1602293"/>
                </a:lnTo>
                <a:lnTo>
                  <a:pt x="827059" y="1586399"/>
                </a:lnTo>
                <a:lnTo>
                  <a:pt x="869406" y="1569444"/>
                </a:lnTo>
                <a:lnTo>
                  <a:pt x="911210" y="1551446"/>
                </a:lnTo>
                <a:lnTo>
                  <a:pt x="952454" y="1532419"/>
                </a:lnTo>
                <a:lnTo>
                  <a:pt x="993124" y="1512381"/>
                </a:lnTo>
                <a:lnTo>
                  <a:pt x="1033202" y="1491347"/>
                </a:lnTo>
                <a:lnTo>
                  <a:pt x="1072672" y="1469334"/>
                </a:lnTo>
                <a:lnTo>
                  <a:pt x="1111519" y="1446357"/>
                </a:lnTo>
                <a:lnTo>
                  <a:pt x="1149725" y="1422434"/>
                </a:lnTo>
                <a:lnTo>
                  <a:pt x="1187276" y="1397579"/>
                </a:lnTo>
                <a:lnTo>
                  <a:pt x="1224154" y="1371810"/>
                </a:lnTo>
                <a:lnTo>
                  <a:pt x="1260344" y="1345142"/>
                </a:lnTo>
                <a:lnTo>
                  <a:pt x="1295829" y="1317592"/>
                </a:lnTo>
                <a:lnTo>
                  <a:pt x="1330593" y="1289176"/>
                </a:lnTo>
                <a:lnTo>
                  <a:pt x="1364621" y="1259909"/>
                </a:lnTo>
                <a:lnTo>
                  <a:pt x="1397895" y="1229809"/>
                </a:lnTo>
                <a:lnTo>
                  <a:pt x="1430400" y="1198891"/>
                </a:lnTo>
                <a:lnTo>
                  <a:pt x="1462120" y="1167171"/>
                </a:lnTo>
                <a:lnTo>
                  <a:pt x="1493038" y="1134666"/>
                </a:lnTo>
                <a:lnTo>
                  <a:pt x="1523139" y="1101391"/>
                </a:lnTo>
                <a:lnTo>
                  <a:pt x="1552405" y="1067364"/>
                </a:lnTo>
                <a:lnTo>
                  <a:pt x="1580822" y="1032599"/>
                </a:lnTo>
                <a:lnTo>
                  <a:pt x="1608372" y="997114"/>
                </a:lnTo>
                <a:lnTo>
                  <a:pt x="1635040" y="960924"/>
                </a:lnTo>
                <a:lnTo>
                  <a:pt x="1660809" y="924046"/>
                </a:lnTo>
                <a:lnTo>
                  <a:pt x="1685663" y="886496"/>
                </a:lnTo>
                <a:lnTo>
                  <a:pt x="1709587" y="848289"/>
                </a:lnTo>
                <a:lnTo>
                  <a:pt x="1732563" y="809443"/>
                </a:lnTo>
                <a:lnTo>
                  <a:pt x="1754576" y="769972"/>
                </a:lnTo>
                <a:lnTo>
                  <a:pt x="1775610" y="729894"/>
                </a:lnTo>
                <a:lnTo>
                  <a:pt x="1795649" y="689225"/>
                </a:lnTo>
                <a:lnTo>
                  <a:pt x="1814675" y="647980"/>
                </a:lnTo>
                <a:lnTo>
                  <a:pt x="1832674" y="606176"/>
                </a:lnTo>
                <a:lnTo>
                  <a:pt x="1849628" y="563830"/>
                </a:lnTo>
                <a:lnTo>
                  <a:pt x="1865523" y="520956"/>
                </a:lnTo>
                <a:lnTo>
                  <a:pt x="1880341" y="477572"/>
                </a:lnTo>
                <a:lnTo>
                  <a:pt x="1894066" y="433693"/>
                </a:lnTo>
                <a:lnTo>
                  <a:pt x="1906683" y="389337"/>
                </a:lnTo>
                <a:lnTo>
                  <a:pt x="1918175" y="344518"/>
                </a:lnTo>
                <a:lnTo>
                  <a:pt x="1928526" y="299253"/>
                </a:lnTo>
                <a:lnTo>
                  <a:pt x="1937719" y="253558"/>
                </a:lnTo>
                <a:lnTo>
                  <a:pt x="1945740" y="207449"/>
                </a:lnTo>
                <a:lnTo>
                  <a:pt x="1952570" y="160943"/>
                </a:lnTo>
                <a:lnTo>
                  <a:pt x="1958195" y="114056"/>
                </a:lnTo>
                <a:lnTo>
                  <a:pt x="1962599" y="66804"/>
                </a:lnTo>
                <a:lnTo>
                  <a:pt x="1965764" y="19203"/>
                </a:lnTo>
                <a:lnTo>
                  <a:pt x="1966529" y="0"/>
                </a:lnTo>
              </a:path>
            </a:pathLst>
          </a:custGeom>
          <a:ln w="1904999">
            <a:solidFill>
              <a:srgbClr val="041C40"/>
            </a:solidFill>
          </a:ln>
        </p:spPr>
        <p:txBody>
          <a:bodyPr wrap="square" lIns="0" tIns="0" rIns="0" bIns="0" rtlCol="0"/>
          <a:lstStyle/>
          <a:p>
            <a:endParaRPr/>
          </a:p>
        </p:txBody>
      </p:sp>
      <p:sp>
        <p:nvSpPr>
          <p:cNvPr id="20" name="TextBox 19">
            <a:extLst>
              <a:ext uri="{FF2B5EF4-FFF2-40B4-BE49-F238E27FC236}">
                <a16:creationId xmlns:a16="http://schemas.microsoft.com/office/drawing/2014/main" id="{30008977-9777-A1DF-331B-7F0F1DDB7012}"/>
              </a:ext>
            </a:extLst>
          </p:cNvPr>
          <p:cNvSpPr txBox="1"/>
          <p:nvPr/>
        </p:nvSpPr>
        <p:spPr>
          <a:xfrm>
            <a:off x="1801728" y="1634527"/>
            <a:ext cx="12184213" cy="923330"/>
          </a:xfrm>
          <a:prstGeom prst="rect">
            <a:avLst/>
          </a:prstGeom>
          <a:noFill/>
        </p:spPr>
        <p:txBody>
          <a:bodyPr wrap="square">
            <a:spAutoFit/>
          </a:bodyPr>
          <a:lstStyle/>
          <a:p>
            <a:r>
              <a:rPr lang="en-IN" sz="5400" b="1" dirty="0">
                <a:latin typeface="+mj-lt"/>
              </a:rPr>
              <a:t>Data Science Processing steps</a:t>
            </a:r>
          </a:p>
        </p:txBody>
      </p:sp>
      <p:sp>
        <p:nvSpPr>
          <p:cNvPr id="22" name="TextBox 21">
            <a:extLst>
              <a:ext uri="{FF2B5EF4-FFF2-40B4-BE49-F238E27FC236}">
                <a16:creationId xmlns:a16="http://schemas.microsoft.com/office/drawing/2014/main" id="{8E21D310-ECFB-E33E-B0AE-696B20DB467E}"/>
              </a:ext>
            </a:extLst>
          </p:cNvPr>
          <p:cNvSpPr txBox="1"/>
          <p:nvPr/>
        </p:nvSpPr>
        <p:spPr>
          <a:xfrm>
            <a:off x="1981200" y="3272313"/>
            <a:ext cx="9608024" cy="3323987"/>
          </a:xfrm>
          <a:prstGeom prst="rect">
            <a:avLst/>
          </a:prstGeom>
          <a:noFill/>
        </p:spPr>
        <p:txBody>
          <a:bodyPr wrap="square">
            <a:spAutoFit/>
          </a:bodyPr>
          <a:lstStyle/>
          <a:p>
            <a:pPr marL="285750" indent="-285750">
              <a:buFont typeface="Wingdings" panose="05000000000000000000" pitchFamily="2" charset="2"/>
              <a:buChar char="Ø"/>
            </a:pPr>
            <a:r>
              <a:rPr lang="en-US" sz="3200" dirty="0">
                <a:latin typeface="Arial" panose="020B0604020202020204" pitchFamily="34" charset="0"/>
                <a:cs typeface="Arial" panose="020B0604020202020204" pitchFamily="34" charset="0"/>
              </a:rPr>
              <a:t>Import Required Libraries</a:t>
            </a:r>
          </a:p>
          <a:p>
            <a:pPr marL="285750" indent="-285750">
              <a:buFont typeface="Wingdings" panose="05000000000000000000" pitchFamily="2" charset="2"/>
              <a:buChar char="Ø"/>
            </a:pPr>
            <a:r>
              <a:rPr lang="en-IN" sz="3200" dirty="0">
                <a:latin typeface="Arial" panose="020B0604020202020204" pitchFamily="34" charset="0"/>
                <a:cs typeface="Arial" panose="020B0604020202020204" pitchFamily="34" charset="0"/>
              </a:rPr>
              <a:t>Data Collection and Loading</a:t>
            </a:r>
          </a:p>
          <a:p>
            <a:pPr marL="285750" indent="-285750">
              <a:buFont typeface="Wingdings" panose="05000000000000000000" pitchFamily="2" charset="2"/>
              <a:buChar char="Ø"/>
            </a:pPr>
            <a:r>
              <a:rPr lang="en-IN" sz="3200" dirty="0">
                <a:latin typeface="Arial" panose="020B0604020202020204" pitchFamily="34" charset="0"/>
                <a:cs typeface="Arial" panose="020B0604020202020204" pitchFamily="34" charset="0"/>
              </a:rPr>
              <a:t>Data Exploration Analysis</a:t>
            </a:r>
          </a:p>
          <a:p>
            <a:pPr marL="285750" indent="-285750">
              <a:buFont typeface="Wingdings" panose="05000000000000000000" pitchFamily="2" charset="2"/>
              <a:buChar char="Ø"/>
            </a:pPr>
            <a:r>
              <a:rPr lang="en-IN" sz="3200" dirty="0">
                <a:latin typeface="Arial" panose="020B0604020202020204" pitchFamily="34" charset="0"/>
                <a:cs typeface="Arial" panose="020B0604020202020204" pitchFamily="34" charset="0"/>
              </a:rPr>
              <a:t>Data Cleaning</a:t>
            </a:r>
          </a:p>
          <a:p>
            <a:pPr marL="285750" indent="-285750">
              <a:buFont typeface="Wingdings" panose="05000000000000000000" pitchFamily="2" charset="2"/>
              <a:buChar char="Ø"/>
            </a:pPr>
            <a:r>
              <a:rPr lang="en-IN" sz="3200" dirty="0">
                <a:latin typeface="Arial" panose="020B0604020202020204" pitchFamily="34" charset="0"/>
                <a:cs typeface="Arial" panose="020B0604020202020204" pitchFamily="34" charset="0"/>
              </a:rPr>
              <a:t>Data Preprocessing</a:t>
            </a:r>
          </a:p>
          <a:p>
            <a:pPr marL="285750" indent="-285750">
              <a:buFont typeface="Wingdings" panose="05000000000000000000" pitchFamily="2" charset="2"/>
              <a:buChar char="Ø"/>
            </a:pPr>
            <a:r>
              <a:rPr lang="en-IN" sz="3200" dirty="0">
                <a:latin typeface="Arial" panose="020B0604020202020204" pitchFamily="34" charset="0"/>
                <a:cs typeface="Arial" panose="020B0604020202020204" pitchFamily="34" charset="0"/>
              </a:rPr>
              <a:t>Model Building</a:t>
            </a:r>
            <a:br>
              <a:rPr lang="en-US" dirty="0"/>
            </a:br>
            <a:endParaRPr lang="en-IN" dirty="0"/>
          </a:p>
        </p:txBody>
      </p:sp>
      <p:pic>
        <p:nvPicPr>
          <p:cNvPr id="23" name="Picture 22">
            <a:extLst>
              <a:ext uri="{FF2B5EF4-FFF2-40B4-BE49-F238E27FC236}">
                <a16:creationId xmlns:a16="http://schemas.microsoft.com/office/drawing/2014/main" id="{E3A0A31F-D200-ACDA-F593-E36B76F0FF95}"/>
              </a:ext>
            </a:extLst>
          </p:cNvPr>
          <p:cNvPicPr>
            <a:picLocks noChangeAspect="1"/>
          </p:cNvPicPr>
          <p:nvPr/>
        </p:nvPicPr>
        <p:blipFill>
          <a:blip r:embed="rId2"/>
          <a:stretch>
            <a:fillRect/>
          </a:stretch>
        </p:blipFill>
        <p:spPr>
          <a:xfrm>
            <a:off x="11049000" y="2209800"/>
            <a:ext cx="7302674" cy="58673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135CA0"/>
          </a:solidFill>
        </p:spPr>
        <p:txBody>
          <a:bodyPr wrap="square" lIns="0" tIns="0" rIns="0" bIns="0" rtlCol="0"/>
          <a:lstStyle/>
          <a:p>
            <a:endParaRPr dirty="0"/>
          </a:p>
        </p:txBody>
      </p:sp>
      <p:grpSp>
        <p:nvGrpSpPr>
          <p:cNvPr id="3" name="object 3"/>
          <p:cNvGrpSpPr/>
          <p:nvPr/>
        </p:nvGrpSpPr>
        <p:grpSpPr>
          <a:xfrm>
            <a:off x="228600" y="1719263"/>
            <a:ext cx="17830800" cy="8771269"/>
            <a:chOff x="1364539" y="3767523"/>
            <a:chExt cx="20940251" cy="6519625"/>
          </a:xfrm>
        </p:grpSpPr>
        <p:sp>
          <p:nvSpPr>
            <p:cNvPr id="5" name="object 5"/>
            <p:cNvSpPr/>
            <p:nvPr/>
          </p:nvSpPr>
          <p:spPr>
            <a:xfrm>
              <a:off x="1364539" y="3767523"/>
              <a:ext cx="20940251" cy="6075750"/>
            </a:xfrm>
            <a:custGeom>
              <a:avLst/>
              <a:gdLst/>
              <a:ahLst/>
              <a:cxnLst/>
              <a:rect l="l" t="t" r="r" b="b"/>
              <a:pathLst>
                <a:path w="14586585" h="5089525">
                  <a:moveTo>
                    <a:pt x="14424102" y="5088906"/>
                  </a:moveTo>
                  <a:lnTo>
                    <a:pt x="161924" y="5088906"/>
                  </a:lnTo>
                  <a:lnTo>
                    <a:pt x="130187" y="5085766"/>
                  </a:lnTo>
                  <a:lnTo>
                    <a:pt x="72088" y="5061701"/>
                  </a:lnTo>
                  <a:lnTo>
                    <a:pt x="27205" y="5016817"/>
                  </a:lnTo>
                  <a:lnTo>
                    <a:pt x="3140" y="4958719"/>
                  </a:lnTo>
                  <a:lnTo>
                    <a:pt x="0" y="4926981"/>
                  </a:lnTo>
                  <a:lnTo>
                    <a:pt x="0" y="161924"/>
                  </a:lnTo>
                  <a:lnTo>
                    <a:pt x="12325" y="99959"/>
                  </a:lnTo>
                  <a:lnTo>
                    <a:pt x="47426" y="47426"/>
                  </a:lnTo>
                  <a:lnTo>
                    <a:pt x="99958" y="12325"/>
                  </a:lnTo>
                  <a:lnTo>
                    <a:pt x="161924" y="0"/>
                  </a:lnTo>
                  <a:lnTo>
                    <a:pt x="14424102" y="0"/>
                  </a:lnTo>
                  <a:lnTo>
                    <a:pt x="14486068" y="12325"/>
                  </a:lnTo>
                  <a:lnTo>
                    <a:pt x="14538600" y="47426"/>
                  </a:lnTo>
                  <a:lnTo>
                    <a:pt x="14573701" y="99959"/>
                  </a:lnTo>
                  <a:lnTo>
                    <a:pt x="14586027" y="161924"/>
                  </a:lnTo>
                  <a:lnTo>
                    <a:pt x="14586027" y="4926981"/>
                  </a:lnTo>
                  <a:lnTo>
                    <a:pt x="14573701" y="4988947"/>
                  </a:lnTo>
                  <a:lnTo>
                    <a:pt x="14538600" y="5041479"/>
                  </a:lnTo>
                  <a:lnTo>
                    <a:pt x="14486068" y="5076580"/>
                  </a:lnTo>
                  <a:lnTo>
                    <a:pt x="14424102" y="5088906"/>
                  </a:lnTo>
                  <a:close/>
                </a:path>
              </a:pathLst>
            </a:custGeom>
            <a:solidFill>
              <a:srgbClr val="FDFDFD"/>
            </a:solidFill>
          </p:spPr>
          <p:txBody>
            <a:bodyPr wrap="square" lIns="0" tIns="0" rIns="0" bIns="0" rtlCol="0"/>
            <a:lstStyle/>
            <a:p>
              <a:endParaRPr/>
            </a:p>
          </p:txBody>
        </p:sp>
        <p:sp>
          <p:nvSpPr>
            <p:cNvPr id="7" name="object 7"/>
            <p:cNvSpPr/>
            <p:nvPr/>
          </p:nvSpPr>
          <p:spPr>
            <a:xfrm>
              <a:off x="15573717" y="10245873"/>
              <a:ext cx="635" cy="41275"/>
            </a:xfrm>
            <a:custGeom>
              <a:avLst/>
              <a:gdLst/>
              <a:ahLst/>
              <a:cxnLst/>
              <a:rect l="l" t="t" r="r" b="b"/>
              <a:pathLst>
                <a:path w="634" h="41275">
                  <a:moveTo>
                    <a:pt x="416" y="0"/>
                  </a:moveTo>
                  <a:lnTo>
                    <a:pt x="0" y="41126"/>
                  </a:lnTo>
                </a:path>
              </a:pathLst>
            </a:custGeom>
            <a:ln w="1905000">
              <a:solidFill>
                <a:srgbClr val="FFFFFF"/>
              </a:solidFill>
            </a:ln>
          </p:spPr>
          <p:txBody>
            <a:bodyPr wrap="square" lIns="0" tIns="0" rIns="0" bIns="0" rtlCol="0"/>
            <a:lstStyle/>
            <a:p>
              <a:endParaRPr/>
            </a:p>
          </p:txBody>
        </p:sp>
      </p:grpSp>
      <p:sp>
        <p:nvSpPr>
          <p:cNvPr id="18" name="TextBox 17">
            <a:extLst>
              <a:ext uri="{FF2B5EF4-FFF2-40B4-BE49-F238E27FC236}">
                <a16:creationId xmlns:a16="http://schemas.microsoft.com/office/drawing/2014/main" id="{9C38094D-21B2-4913-DD53-797D3AF171ED}"/>
              </a:ext>
            </a:extLst>
          </p:cNvPr>
          <p:cNvSpPr txBox="1"/>
          <p:nvPr/>
        </p:nvSpPr>
        <p:spPr>
          <a:xfrm>
            <a:off x="4038600" y="215757"/>
            <a:ext cx="9144000" cy="923330"/>
          </a:xfrm>
          <a:prstGeom prst="rect">
            <a:avLst/>
          </a:prstGeom>
          <a:noFill/>
        </p:spPr>
        <p:txBody>
          <a:bodyPr wrap="square">
            <a:spAutoFit/>
          </a:bodyPr>
          <a:lstStyle/>
          <a:p>
            <a:r>
              <a:rPr lang="en-IN" sz="5400" b="1" i="0" dirty="0">
                <a:solidFill>
                  <a:schemeClr val="bg1"/>
                </a:solidFill>
                <a:latin typeface="+mj-lt"/>
              </a:rPr>
              <a:t>Pre-Processing Stages</a:t>
            </a:r>
            <a:endParaRPr lang="en-IN" sz="5400" b="1" dirty="0">
              <a:solidFill>
                <a:schemeClr val="bg1"/>
              </a:solidFill>
            </a:endParaRPr>
          </a:p>
        </p:txBody>
      </p:sp>
      <p:sp>
        <p:nvSpPr>
          <p:cNvPr id="20" name="TextBox 19">
            <a:extLst>
              <a:ext uri="{FF2B5EF4-FFF2-40B4-BE49-F238E27FC236}">
                <a16:creationId xmlns:a16="http://schemas.microsoft.com/office/drawing/2014/main" id="{6227AE11-922B-0718-5C47-C1B45E688743}"/>
              </a:ext>
            </a:extLst>
          </p:cNvPr>
          <p:cNvSpPr txBox="1"/>
          <p:nvPr/>
        </p:nvSpPr>
        <p:spPr>
          <a:xfrm>
            <a:off x="457200" y="2289095"/>
            <a:ext cx="11353800" cy="7694414"/>
          </a:xfrm>
          <a:prstGeom prst="rect">
            <a:avLst/>
          </a:prstGeom>
          <a:noFill/>
        </p:spPr>
        <p:txBody>
          <a:bodyPr wrap="square">
            <a:spAutoFit/>
          </a:bodyPr>
          <a:lstStyle/>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Handling Missing Values </a:t>
            </a:r>
          </a:p>
          <a:p>
            <a:pPr marL="152400" indent="0">
              <a:buNone/>
            </a:pPr>
            <a:r>
              <a:rPr lang="en-US" sz="2800" dirty="0">
                <a:latin typeface="Arial" panose="020B0604020202020204" pitchFamily="34" charset="0"/>
                <a:cs typeface="Arial" panose="020B0604020202020204" pitchFamily="34" charset="0"/>
              </a:rPr>
              <a:t>       Mean and mode imputation were applied</a:t>
            </a:r>
            <a:r>
              <a:rPr lang="en-US" sz="2800" dirty="0">
                <a:latin typeface="+mn-lt"/>
              </a:rPr>
              <a:t>.</a:t>
            </a:r>
          </a:p>
          <a:p>
            <a:pPr marL="152400" indent="0">
              <a:buNone/>
            </a:pPr>
            <a:endParaRPr lang="en-US" sz="2800" dirty="0">
              <a:latin typeface="+mn-lt"/>
            </a:endParaRP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Removing Duplicate Records</a:t>
            </a:r>
          </a:p>
          <a:p>
            <a:pPr marL="152400" indent="0">
              <a:buNone/>
            </a:pPr>
            <a:r>
              <a:rPr lang="en-US" sz="2800" dirty="0">
                <a:latin typeface="Arial" panose="020B0604020202020204" pitchFamily="34" charset="0"/>
                <a:cs typeface="Arial" panose="020B0604020202020204" pitchFamily="34" charset="0"/>
              </a:rPr>
              <a:t>       Data quality was assured by eliminating duplicate rows </a:t>
            </a:r>
          </a:p>
          <a:p>
            <a:pPr marL="152400" indent="0">
              <a:buNone/>
            </a:pPr>
            <a:endParaRPr lang="en-US" sz="28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Feature Engineering </a:t>
            </a:r>
          </a:p>
          <a:p>
            <a:pPr marL="152400" indent="0">
              <a:buNone/>
            </a:pPr>
            <a:r>
              <a:rPr lang="en-US" sz="2800" dirty="0">
                <a:latin typeface="Arial" panose="020B0604020202020204" pitchFamily="34" charset="0"/>
                <a:cs typeface="Arial" panose="020B0604020202020204" pitchFamily="34" charset="0"/>
              </a:rPr>
              <a:t>       Developed a new variable </a:t>
            </a:r>
            <a:r>
              <a:rPr lang="en-US" sz="2800" dirty="0" err="1">
                <a:latin typeface="Arial" panose="020B0604020202020204" pitchFamily="34" charset="0"/>
                <a:cs typeface="Arial" panose="020B0604020202020204" pitchFamily="34" charset="0"/>
              </a:rPr>
              <a:t>Risk_Level</a:t>
            </a:r>
            <a:r>
              <a:rPr lang="en-US" sz="2800" dirty="0">
                <a:latin typeface="Arial" panose="020B0604020202020204" pitchFamily="34" charset="0"/>
                <a:cs typeface="Arial" panose="020B0604020202020204" pitchFamily="34" charset="0"/>
              </a:rPr>
              <a:t>.</a:t>
            </a:r>
          </a:p>
          <a:p>
            <a:pPr marL="152400" indent="0">
              <a:buNone/>
            </a:pPr>
            <a:endParaRPr lang="en-US" sz="28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Data Transformation </a:t>
            </a:r>
          </a:p>
          <a:p>
            <a:pPr marL="152400" indent="0">
              <a:buNone/>
            </a:pPr>
            <a:r>
              <a:rPr lang="en-US" sz="2800" dirty="0">
                <a:latin typeface="Arial" panose="020B0604020202020204" pitchFamily="34" charset="0"/>
                <a:cs typeface="Arial" panose="020B0604020202020204" pitchFamily="34" charset="0"/>
              </a:rPr>
              <a:t>       The numerical features were scaled.</a:t>
            </a:r>
          </a:p>
          <a:p>
            <a:pPr marL="152400" indent="0">
              <a:buNone/>
            </a:pPr>
            <a:endParaRPr lang="en-US" sz="28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Data Splitting </a:t>
            </a:r>
          </a:p>
          <a:p>
            <a:pPr marL="152400" indent="0">
              <a:buNone/>
            </a:pPr>
            <a:r>
              <a:rPr lang="en-US" sz="2800" dirty="0">
                <a:latin typeface="Arial" panose="020B0604020202020204" pitchFamily="34" charset="0"/>
                <a:cs typeface="Arial" panose="020B0604020202020204" pitchFamily="34" charset="0"/>
              </a:rPr>
              <a:t>       The dataset was split for an impartial model evaluation. </a:t>
            </a:r>
          </a:p>
          <a:p>
            <a:pPr marL="152400" indent="0">
              <a:buNone/>
            </a:pPr>
            <a:endParaRPr lang="en-US" sz="28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Target Encoding </a:t>
            </a:r>
          </a:p>
          <a:p>
            <a:pPr marL="152400" indent="0">
              <a:buNone/>
            </a:pPr>
            <a:r>
              <a:rPr lang="en-US" sz="2800" dirty="0">
                <a:latin typeface="Arial" panose="020B0604020202020204" pitchFamily="34" charset="0"/>
                <a:cs typeface="Arial" panose="020B0604020202020204" pitchFamily="34" charset="0"/>
              </a:rPr>
              <a:t>       The target variable Diagnosis was transformed into a factor</a:t>
            </a:r>
            <a:endParaRPr lang="en-IN" sz="2800" dirty="0">
              <a:latin typeface="Arial" panose="020B0604020202020204" pitchFamily="34" charset="0"/>
              <a:cs typeface="Arial" panose="020B0604020202020204" pitchFamily="34" charset="0"/>
            </a:endParaRPr>
          </a:p>
          <a:p>
            <a:pPr marL="152400" indent="0">
              <a:buNone/>
            </a:pPr>
            <a:endParaRPr lang="en-US" sz="1800" dirty="0">
              <a:latin typeface="+mn-lt"/>
            </a:endParaRPr>
          </a:p>
        </p:txBody>
      </p:sp>
      <p:sp>
        <p:nvSpPr>
          <p:cNvPr id="22" name="object 4">
            <a:extLst>
              <a:ext uri="{FF2B5EF4-FFF2-40B4-BE49-F238E27FC236}">
                <a16:creationId xmlns:a16="http://schemas.microsoft.com/office/drawing/2014/main" id="{B23E99CA-C1CB-D714-3239-976A85F0CF96}"/>
              </a:ext>
            </a:extLst>
          </p:cNvPr>
          <p:cNvSpPr/>
          <p:nvPr/>
        </p:nvSpPr>
        <p:spPr>
          <a:xfrm>
            <a:off x="11430000" y="3238500"/>
            <a:ext cx="6743700" cy="4759405"/>
          </a:xfrm>
          <a:custGeom>
            <a:avLst/>
            <a:gdLst/>
            <a:ahLst/>
            <a:cxnLst/>
            <a:rect l="l" t="t" r="r" b="b"/>
            <a:pathLst>
              <a:path w="11548110" h="5106034">
                <a:moveTo>
                  <a:pt x="11548079" y="5105886"/>
                </a:moveTo>
                <a:lnTo>
                  <a:pt x="0" y="5105886"/>
                </a:lnTo>
                <a:lnTo>
                  <a:pt x="0" y="0"/>
                </a:lnTo>
                <a:lnTo>
                  <a:pt x="11548079" y="0"/>
                </a:lnTo>
                <a:lnTo>
                  <a:pt x="11548079" y="5105886"/>
                </a:lnTo>
                <a:close/>
              </a:path>
            </a:pathLst>
          </a:custGeom>
          <a:solidFill>
            <a:srgbClr val="135CA0"/>
          </a:solidFill>
        </p:spPr>
        <p:txBody>
          <a:bodyPr wrap="square" lIns="0" tIns="0" rIns="0" bIns="0" rtlCol="0"/>
          <a:lstStyle/>
          <a:p>
            <a:endParaRPr/>
          </a:p>
        </p:txBody>
      </p:sp>
      <p:pic>
        <p:nvPicPr>
          <p:cNvPr id="23" name="Picture 22">
            <a:extLst>
              <a:ext uri="{FF2B5EF4-FFF2-40B4-BE49-F238E27FC236}">
                <a16:creationId xmlns:a16="http://schemas.microsoft.com/office/drawing/2014/main" id="{79E27BCD-8302-0527-427E-FA4AF93A8762}"/>
              </a:ext>
            </a:extLst>
          </p:cNvPr>
          <p:cNvPicPr>
            <a:picLocks noChangeAspect="1"/>
          </p:cNvPicPr>
          <p:nvPr/>
        </p:nvPicPr>
        <p:blipFill>
          <a:blip r:embed="rId2"/>
          <a:stretch>
            <a:fillRect/>
          </a:stretch>
        </p:blipFill>
        <p:spPr>
          <a:xfrm>
            <a:off x="11811000" y="3705907"/>
            <a:ext cx="6419850" cy="3790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7332" y="242252"/>
            <a:ext cx="17793335" cy="9802495"/>
            <a:chOff x="247337" y="242294"/>
            <a:chExt cx="17793335" cy="9802495"/>
          </a:xfrm>
        </p:grpSpPr>
        <p:sp>
          <p:nvSpPr>
            <p:cNvPr id="3" name="object 3"/>
            <p:cNvSpPr/>
            <p:nvPr/>
          </p:nvSpPr>
          <p:spPr>
            <a:xfrm>
              <a:off x="247337" y="242294"/>
              <a:ext cx="17793335" cy="9802495"/>
            </a:xfrm>
            <a:custGeom>
              <a:avLst/>
              <a:gdLst/>
              <a:ahLst/>
              <a:cxnLst/>
              <a:rect l="l" t="t" r="r" b="b"/>
              <a:pathLst>
                <a:path w="17793335" h="9802495">
                  <a:moveTo>
                    <a:pt x="0" y="0"/>
                  </a:moveTo>
                  <a:lnTo>
                    <a:pt x="17793251" y="0"/>
                  </a:lnTo>
                  <a:lnTo>
                    <a:pt x="17793251" y="9802266"/>
                  </a:lnTo>
                  <a:lnTo>
                    <a:pt x="0" y="9802266"/>
                  </a:lnTo>
                  <a:lnTo>
                    <a:pt x="0" y="0"/>
                  </a:lnTo>
                  <a:close/>
                </a:path>
              </a:pathLst>
            </a:custGeom>
            <a:ln w="457199">
              <a:solidFill>
                <a:srgbClr val="135CA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2297323" y="8211193"/>
              <a:ext cx="4152899" cy="581024"/>
            </a:xfrm>
            <a:prstGeom prst="rect">
              <a:avLst/>
            </a:prstGeom>
          </p:spPr>
        </p:pic>
        <p:sp>
          <p:nvSpPr>
            <p:cNvPr id="6" name="object 6"/>
            <p:cNvSpPr/>
            <p:nvPr/>
          </p:nvSpPr>
          <p:spPr>
            <a:xfrm>
              <a:off x="2272543" y="2466351"/>
              <a:ext cx="15450608" cy="5572791"/>
            </a:xfrm>
            <a:custGeom>
              <a:avLst/>
              <a:gdLst/>
              <a:ahLst/>
              <a:cxnLst/>
              <a:rect l="l" t="t" r="r" b="b"/>
              <a:pathLst>
                <a:path w="4200525" h="5972175">
                  <a:moveTo>
                    <a:pt x="4200515" y="5764005"/>
                  </a:moveTo>
                  <a:lnTo>
                    <a:pt x="4184676" y="5828403"/>
                  </a:lnTo>
                  <a:lnTo>
                    <a:pt x="4162719" y="5868863"/>
                  </a:lnTo>
                  <a:lnTo>
                    <a:pt x="4133637" y="5904115"/>
                  </a:lnTo>
                  <a:lnTo>
                    <a:pt x="4098387" y="5933199"/>
                  </a:lnTo>
                  <a:lnTo>
                    <a:pt x="4057927" y="5955157"/>
                  </a:lnTo>
                  <a:lnTo>
                    <a:pt x="4013217" y="5969031"/>
                  </a:lnTo>
                  <a:lnTo>
                    <a:pt x="3982010" y="5972121"/>
                  </a:lnTo>
                </a:path>
                <a:path w="4200525" h="5972175">
                  <a:moveTo>
                    <a:pt x="221361" y="5972142"/>
                  </a:moveTo>
                  <a:lnTo>
                    <a:pt x="145418" y="5955144"/>
                  </a:lnTo>
                  <a:lnTo>
                    <a:pt x="104965" y="5933181"/>
                  </a:lnTo>
                  <a:lnTo>
                    <a:pt x="69722" y="5904094"/>
                  </a:lnTo>
                  <a:lnTo>
                    <a:pt x="40647" y="5868843"/>
                  </a:lnTo>
                  <a:lnTo>
                    <a:pt x="18699" y="5828386"/>
                  </a:lnTo>
                  <a:lnTo>
                    <a:pt x="4832" y="5783682"/>
                  </a:lnTo>
                  <a:lnTo>
                    <a:pt x="0" y="5735691"/>
                  </a:lnTo>
                  <a:lnTo>
                    <a:pt x="0" y="238124"/>
                  </a:lnTo>
                  <a:lnTo>
                    <a:pt x="4839" y="190133"/>
                  </a:lnTo>
                  <a:lnTo>
                    <a:pt x="18715" y="145434"/>
                  </a:lnTo>
                  <a:lnTo>
                    <a:pt x="40671" y="104985"/>
                  </a:lnTo>
                  <a:lnTo>
                    <a:pt x="69749" y="69744"/>
                  </a:lnTo>
                  <a:lnTo>
                    <a:pt x="104992" y="40667"/>
                  </a:lnTo>
                  <a:lnTo>
                    <a:pt x="145441" y="18713"/>
                  </a:lnTo>
                  <a:lnTo>
                    <a:pt x="190140" y="4840"/>
                  </a:lnTo>
                  <a:lnTo>
                    <a:pt x="238130" y="2"/>
                  </a:lnTo>
                  <a:lnTo>
                    <a:pt x="3965221" y="0"/>
                  </a:lnTo>
                  <a:lnTo>
                    <a:pt x="4013214" y="4832"/>
                  </a:lnTo>
                  <a:lnTo>
                    <a:pt x="4057916" y="18703"/>
                  </a:lnTo>
                  <a:lnTo>
                    <a:pt x="4098369" y="40656"/>
                  </a:lnTo>
                  <a:lnTo>
                    <a:pt x="4133616" y="69733"/>
                  </a:lnTo>
                  <a:lnTo>
                    <a:pt x="4162699" y="104976"/>
                  </a:lnTo>
                  <a:lnTo>
                    <a:pt x="4184658" y="145429"/>
                  </a:lnTo>
                  <a:lnTo>
                    <a:pt x="4198535" y="190132"/>
                  </a:lnTo>
                  <a:lnTo>
                    <a:pt x="4200512" y="209864"/>
                  </a:lnTo>
                </a:path>
              </a:pathLst>
            </a:custGeom>
            <a:ln w="76199">
              <a:solidFill>
                <a:srgbClr val="135CA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066493" y="8211193"/>
              <a:ext cx="4152899" cy="581024"/>
            </a:xfrm>
            <a:prstGeom prst="rect">
              <a:avLst/>
            </a:prstGeom>
          </p:spPr>
        </p:pic>
        <p:pic>
          <p:nvPicPr>
            <p:cNvPr id="14" name="object 14"/>
            <p:cNvPicPr/>
            <p:nvPr/>
          </p:nvPicPr>
          <p:blipFill>
            <a:blip r:embed="rId2" cstate="print"/>
            <a:stretch>
              <a:fillRect/>
            </a:stretch>
          </p:blipFill>
          <p:spPr>
            <a:xfrm>
              <a:off x="11836860" y="8211193"/>
              <a:ext cx="4152899" cy="581024"/>
            </a:xfrm>
            <a:prstGeom prst="rect">
              <a:avLst/>
            </a:prstGeom>
          </p:spPr>
        </p:pic>
      </p:grpSp>
      <p:sp>
        <p:nvSpPr>
          <p:cNvPr id="38" name="TextBox 37">
            <a:extLst>
              <a:ext uri="{FF2B5EF4-FFF2-40B4-BE49-F238E27FC236}">
                <a16:creationId xmlns:a16="http://schemas.microsoft.com/office/drawing/2014/main" id="{B754295B-1199-F81D-52FD-4964A0840BAC}"/>
              </a:ext>
            </a:extLst>
          </p:cNvPr>
          <p:cNvSpPr txBox="1"/>
          <p:nvPr/>
        </p:nvSpPr>
        <p:spPr>
          <a:xfrm>
            <a:off x="4527254" y="818228"/>
            <a:ext cx="9144000" cy="923330"/>
          </a:xfrm>
          <a:prstGeom prst="rect">
            <a:avLst/>
          </a:prstGeom>
          <a:noFill/>
        </p:spPr>
        <p:txBody>
          <a:bodyPr wrap="square">
            <a:spAutoFit/>
          </a:bodyPr>
          <a:lstStyle/>
          <a:p>
            <a:r>
              <a:rPr lang="en-IN" sz="5400" b="1" i="0" dirty="0">
                <a:latin typeface="+mj-lt"/>
              </a:rPr>
              <a:t>Proposed Solutions</a:t>
            </a:r>
            <a:endParaRPr lang="en-IN" sz="5400" b="1" dirty="0"/>
          </a:p>
        </p:txBody>
      </p:sp>
      <p:sp>
        <p:nvSpPr>
          <p:cNvPr id="40" name="TextBox 39">
            <a:extLst>
              <a:ext uri="{FF2B5EF4-FFF2-40B4-BE49-F238E27FC236}">
                <a16:creationId xmlns:a16="http://schemas.microsoft.com/office/drawing/2014/main" id="{6D10AEBC-8FE6-9912-DE29-9D66B8F9E97D}"/>
              </a:ext>
            </a:extLst>
          </p:cNvPr>
          <p:cNvSpPr txBox="1"/>
          <p:nvPr/>
        </p:nvSpPr>
        <p:spPr>
          <a:xfrm>
            <a:off x="2568342" y="2401554"/>
            <a:ext cx="14859000" cy="5324535"/>
          </a:xfrm>
          <a:prstGeom prst="rect">
            <a:avLst/>
          </a:prstGeom>
          <a:noFill/>
        </p:spPr>
        <p:txBody>
          <a:bodyPr wrap="square">
            <a:spAutoFit/>
          </a:bodyPr>
          <a:lstStyle/>
          <a:p>
            <a:pPr>
              <a:buFont typeface="Wingdings" panose="05000000000000000000" pitchFamily="2" charset="2"/>
              <a:buChar char="Ø"/>
            </a:pPr>
            <a:endParaRPr lang="en-US" sz="3200" dirty="0">
              <a:latin typeface="+mn-lt"/>
            </a:endParaRPr>
          </a:p>
          <a:p>
            <a:pPr>
              <a:buFont typeface="Wingdings" panose="05000000000000000000" pitchFamily="2" charset="2"/>
              <a:buChar char="Ø"/>
            </a:pPr>
            <a:r>
              <a:rPr lang="en-US" sz="2800" dirty="0"/>
              <a:t>To create a model for predicting cancer, different machine learning approaches were applied. </a:t>
            </a:r>
          </a:p>
          <a:p>
            <a:pPr>
              <a:buFont typeface="Wingdings" panose="05000000000000000000" pitchFamily="2" charset="2"/>
              <a:buChar char="Ø"/>
            </a:pPr>
            <a:endParaRPr lang="en-US" sz="2800" dirty="0"/>
          </a:p>
          <a:p>
            <a:pPr>
              <a:buFont typeface="Wingdings" panose="05000000000000000000" pitchFamily="2" charset="2"/>
              <a:buChar char="Ø"/>
            </a:pPr>
            <a:r>
              <a:rPr lang="en-US" sz="2800" dirty="0"/>
              <a:t>Then 3 algorithms were trained and compared:</a:t>
            </a:r>
          </a:p>
          <a:p>
            <a:r>
              <a:rPr lang="en-US" sz="2800" dirty="0"/>
              <a:t>       1.  Logistic Regression (LR)</a:t>
            </a:r>
          </a:p>
          <a:p>
            <a:r>
              <a:rPr lang="en-US" sz="2800" dirty="0"/>
              <a:t>       2. Support Vector Machine (SVM) </a:t>
            </a:r>
          </a:p>
          <a:p>
            <a:r>
              <a:rPr lang="en-US" sz="2800" dirty="0"/>
              <a:t>       3. K-Nearest Neighbors (KNN) </a:t>
            </a:r>
          </a:p>
          <a:p>
            <a:endParaRPr lang="en-US" sz="2800" dirty="0"/>
          </a:p>
          <a:p>
            <a:pPr marL="285750" indent="-285750">
              <a:buFont typeface="Wingdings" panose="05000000000000000000" pitchFamily="2" charset="2"/>
              <a:buChar char="Ø"/>
            </a:pPr>
            <a:r>
              <a:rPr lang="en-US" sz="2800" dirty="0"/>
              <a:t>The performance of all models was checked through accuracy, confusion matrix, and ROC–AUC. Logistic Regression (LR) was chosen as the best model since it gave the best combination of accuracy, interpretability, and AUC performance</a:t>
            </a:r>
            <a:endParaRPr lang="en-US" sz="28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8155" y="2068114"/>
            <a:ext cx="17279845" cy="6732986"/>
          </a:xfrm>
          <a:custGeom>
            <a:avLst/>
            <a:gdLst/>
            <a:ahLst/>
            <a:cxnLst/>
            <a:rect l="l" t="t" r="r" b="b"/>
            <a:pathLst>
              <a:path w="7524115" h="7546340">
                <a:moveTo>
                  <a:pt x="7523779" y="7546156"/>
                </a:moveTo>
                <a:lnTo>
                  <a:pt x="0" y="7546156"/>
                </a:lnTo>
                <a:lnTo>
                  <a:pt x="0" y="0"/>
                </a:lnTo>
                <a:lnTo>
                  <a:pt x="7523779" y="0"/>
                </a:lnTo>
                <a:lnTo>
                  <a:pt x="7523779" y="7546156"/>
                </a:lnTo>
                <a:close/>
              </a:path>
            </a:pathLst>
          </a:custGeom>
          <a:solidFill>
            <a:srgbClr val="135CA0">
              <a:alpha val="95999"/>
            </a:srgbClr>
          </a:solidFill>
        </p:spPr>
        <p:txBody>
          <a:bodyPr wrap="square" lIns="0" tIns="0" rIns="0" bIns="0" rtlCol="0"/>
          <a:lstStyle/>
          <a:p>
            <a:r>
              <a:rPr lang="en-US" dirty="0"/>
              <a:t>.</a:t>
            </a:r>
          </a:p>
        </p:txBody>
      </p:sp>
      <p:grpSp>
        <p:nvGrpSpPr>
          <p:cNvPr id="33" name="object 33"/>
          <p:cNvGrpSpPr/>
          <p:nvPr/>
        </p:nvGrpSpPr>
        <p:grpSpPr>
          <a:xfrm>
            <a:off x="0" y="0"/>
            <a:ext cx="8381999" cy="10096500"/>
            <a:chOff x="0" y="0"/>
            <a:chExt cx="8552815" cy="9258300"/>
          </a:xfrm>
        </p:grpSpPr>
        <p:sp>
          <p:nvSpPr>
            <p:cNvPr id="34" name="object 34"/>
            <p:cNvSpPr/>
            <p:nvPr/>
          </p:nvSpPr>
          <p:spPr>
            <a:xfrm>
              <a:off x="1028699" y="8829309"/>
              <a:ext cx="7524115" cy="429259"/>
            </a:xfrm>
            <a:custGeom>
              <a:avLst/>
              <a:gdLst/>
              <a:ahLst/>
              <a:cxnLst/>
              <a:rect l="l" t="t" r="r" b="b"/>
              <a:pathLst>
                <a:path w="7524115" h="429259">
                  <a:moveTo>
                    <a:pt x="7524092" y="428990"/>
                  </a:moveTo>
                  <a:lnTo>
                    <a:pt x="0" y="428990"/>
                  </a:lnTo>
                  <a:lnTo>
                    <a:pt x="0" y="0"/>
                  </a:lnTo>
                  <a:lnTo>
                    <a:pt x="7524092" y="0"/>
                  </a:lnTo>
                  <a:lnTo>
                    <a:pt x="7524092" y="428990"/>
                  </a:lnTo>
                  <a:close/>
                </a:path>
              </a:pathLst>
            </a:custGeom>
            <a:solidFill>
              <a:srgbClr val="135CA0">
                <a:alpha val="48999"/>
              </a:srgbClr>
            </a:solidFill>
          </p:spPr>
          <p:txBody>
            <a:bodyPr wrap="square" lIns="0" tIns="0" rIns="0" bIns="0" rtlCol="0"/>
            <a:lstStyle/>
            <a:p>
              <a:endParaRPr/>
            </a:p>
          </p:txBody>
        </p:sp>
        <p:sp>
          <p:nvSpPr>
            <p:cNvPr id="35" name="object 35"/>
            <p:cNvSpPr/>
            <p:nvPr/>
          </p:nvSpPr>
          <p:spPr>
            <a:xfrm>
              <a:off x="0" y="0"/>
              <a:ext cx="1769745" cy="1324610"/>
            </a:xfrm>
            <a:custGeom>
              <a:avLst/>
              <a:gdLst/>
              <a:ahLst/>
              <a:cxnLst/>
              <a:rect l="l" t="t" r="r" b="b"/>
              <a:pathLst>
                <a:path w="1769745" h="1324610">
                  <a:moveTo>
                    <a:pt x="0" y="1324120"/>
                  </a:moveTo>
                  <a:lnTo>
                    <a:pt x="0" y="0"/>
                  </a:lnTo>
                  <a:lnTo>
                    <a:pt x="1769136" y="0"/>
                  </a:lnTo>
                  <a:lnTo>
                    <a:pt x="1740814" y="45202"/>
                  </a:lnTo>
                  <a:lnTo>
                    <a:pt x="1716285" y="83302"/>
                  </a:lnTo>
                  <a:lnTo>
                    <a:pt x="1665550" y="159502"/>
                  </a:lnTo>
                  <a:lnTo>
                    <a:pt x="1612618" y="235702"/>
                  </a:lnTo>
                  <a:lnTo>
                    <a:pt x="1585343" y="273802"/>
                  </a:lnTo>
                  <a:lnTo>
                    <a:pt x="1557536" y="299202"/>
                  </a:lnTo>
                  <a:lnTo>
                    <a:pt x="1500353" y="375402"/>
                  </a:lnTo>
                  <a:lnTo>
                    <a:pt x="1470987" y="413502"/>
                  </a:lnTo>
                  <a:lnTo>
                    <a:pt x="1441114" y="438902"/>
                  </a:lnTo>
                  <a:lnTo>
                    <a:pt x="1410739" y="477002"/>
                  </a:lnTo>
                  <a:lnTo>
                    <a:pt x="1379869" y="502402"/>
                  </a:lnTo>
                  <a:lnTo>
                    <a:pt x="1348508" y="540502"/>
                  </a:lnTo>
                  <a:lnTo>
                    <a:pt x="1316663" y="565902"/>
                  </a:lnTo>
                  <a:lnTo>
                    <a:pt x="1284340" y="604002"/>
                  </a:lnTo>
                  <a:lnTo>
                    <a:pt x="1251544" y="629402"/>
                  </a:lnTo>
                  <a:lnTo>
                    <a:pt x="1218283" y="667502"/>
                  </a:lnTo>
                  <a:lnTo>
                    <a:pt x="1150384" y="718302"/>
                  </a:lnTo>
                  <a:lnTo>
                    <a:pt x="1115759" y="756402"/>
                  </a:lnTo>
                  <a:lnTo>
                    <a:pt x="1080691" y="781802"/>
                  </a:lnTo>
                  <a:lnTo>
                    <a:pt x="1009251" y="832602"/>
                  </a:lnTo>
                  <a:lnTo>
                    <a:pt x="936111" y="883402"/>
                  </a:lnTo>
                  <a:lnTo>
                    <a:pt x="861320" y="934202"/>
                  </a:lnTo>
                  <a:lnTo>
                    <a:pt x="784923" y="985002"/>
                  </a:lnTo>
                  <a:lnTo>
                    <a:pt x="667423" y="1061202"/>
                  </a:lnTo>
                  <a:lnTo>
                    <a:pt x="627505" y="1073902"/>
                  </a:lnTo>
                  <a:lnTo>
                    <a:pt x="546578" y="1124702"/>
                  </a:lnTo>
                  <a:lnTo>
                    <a:pt x="505580" y="1137402"/>
                  </a:lnTo>
                  <a:lnTo>
                    <a:pt x="464235" y="1162802"/>
                  </a:lnTo>
                  <a:lnTo>
                    <a:pt x="422548" y="1175502"/>
                  </a:lnTo>
                  <a:lnTo>
                    <a:pt x="380524" y="1200902"/>
                  </a:lnTo>
                  <a:lnTo>
                    <a:pt x="252497" y="1239002"/>
                  </a:lnTo>
                  <a:lnTo>
                    <a:pt x="209188" y="1264402"/>
                  </a:lnTo>
                  <a:lnTo>
                    <a:pt x="0" y="1324120"/>
                  </a:lnTo>
                  <a:close/>
                </a:path>
              </a:pathLst>
            </a:custGeom>
            <a:solidFill>
              <a:srgbClr val="135CA0">
                <a:alpha val="95999"/>
              </a:srgbClr>
            </a:solidFill>
          </p:spPr>
          <p:txBody>
            <a:bodyPr wrap="square" lIns="0" tIns="0" rIns="0" bIns="0" rtlCol="0"/>
            <a:lstStyle/>
            <a:p>
              <a:endParaRPr/>
            </a:p>
          </p:txBody>
        </p:sp>
      </p:grpSp>
      <p:sp>
        <p:nvSpPr>
          <p:cNvPr id="36" name="object 36"/>
          <p:cNvSpPr/>
          <p:nvPr/>
        </p:nvSpPr>
        <p:spPr>
          <a:xfrm>
            <a:off x="15679869" y="8360898"/>
            <a:ext cx="2608580" cy="1926589"/>
          </a:xfrm>
          <a:custGeom>
            <a:avLst/>
            <a:gdLst/>
            <a:ahLst/>
            <a:cxnLst/>
            <a:rect l="l" t="t" r="r" b="b"/>
            <a:pathLst>
              <a:path w="2608580" h="1926590">
                <a:moveTo>
                  <a:pt x="2608132" y="1926101"/>
                </a:moveTo>
                <a:lnTo>
                  <a:pt x="0" y="1926101"/>
                </a:lnTo>
                <a:lnTo>
                  <a:pt x="5463" y="1916269"/>
                </a:lnTo>
                <a:lnTo>
                  <a:pt x="27098" y="1878169"/>
                </a:lnTo>
                <a:lnTo>
                  <a:pt x="49192" y="1840069"/>
                </a:lnTo>
                <a:lnTo>
                  <a:pt x="71743" y="1801969"/>
                </a:lnTo>
                <a:lnTo>
                  <a:pt x="94745" y="1763869"/>
                </a:lnTo>
                <a:lnTo>
                  <a:pt x="118196" y="1725769"/>
                </a:lnTo>
                <a:lnTo>
                  <a:pt x="142092" y="1687669"/>
                </a:lnTo>
                <a:lnTo>
                  <a:pt x="166429" y="1649569"/>
                </a:lnTo>
                <a:lnTo>
                  <a:pt x="191204" y="1611469"/>
                </a:lnTo>
                <a:lnTo>
                  <a:pt x="216412" y="1573369"/>
                </a:lnTo>
                <a:lnTo>
                  <a:pt x="242052" y="1535269"/>
                </a:lnTo>
                <a:lnTo>
                  <a:pt x="268118" y="1497169"/>
                </a:lnTo>
                <a:lnTo>
                  <a:pt x="294607" y="1459069"/>
                </a:lnTo>
                <a:lnTo>
                  <a:pt x="321516" y="1420969"/>
                </a:lnTo>
                <a:lnTo>
                  <a:pt x="348842" y="1395569"/>
                </a:lnTo>
                <a:lnTo>
                  <a:pt x="376579" y="1357469"/>
                </a:lnTo>
                <a:lnTo>
                  <a:pt x="404726" y="1319369"/>
                </a:lnTo>
                <a:lnTo>
                  <a:pt x="433277" y="1281269"/>
                </a:lnTo>
                <a:lnTo>
                  <a:pt x="462230" y="1255869"/>
                </a:lnTo>
                <a:lnTo>
                  <a:pt x="491582" y="1217769"/>
                </a:lnTo>
                <a:lnTo>
                  <a:pt x="521327" y="1179669"/>
                </a:lnTo>
                <a:lnTo>
                  <a:pt x="551464" y="1154269"/>
                </a:lnTo>
                <a:lnTo>
                  <a:pt x="581987" y="1116169"/>
                </a:lnTo>
                <a:lnTo>
                  <a:pt x="612894" y="1090769"/>
                </a:lnTo>
                <a:lnTo>
                  <a:pt x="644182" y="1052669"/>
                </a:lnTo>
                <a:lnTo>
                  <a:pt x="675845" y="1027269"/>
                </a:lnTo>
                <a:lnTo>
                  <a:pt x="707881" y="989169"/>
                </a:lnTo>
                <a:lnTo>
                  <a:pt x="740287" y="963769"/>
                </a:lnTo>
                <a:lnTo>
                  <a:pt x="773058" y="925669"/>
                </a:lnTo>
                <a:lnTo>
                  <a:pt x="839682" y="874869"/>
                </a:lnTo>
                <a:lnTo>
                  <a:pt x="873527" y="836769"/>
                </a:lnTo>
                <a:lnTo>
                  <a:pt x="942269" y="785969"/>
                </a:lnTo>
                <a:lnTo>
                  <a:pt x="977157" y="760569"/>
                </a:lnTo>
                <a:lnTo>
                  <a:pt x="1012386" y="722469"/>
                </a:lnTo>
                <a:lnTo>
                  <a:pt x="1120077" y="646269"/>
                </a:lnTo>
                <a:lnTo>
                  <a:pt x="1230701" y="570069"/>
                </a:lnTo>
                <a:lnTo>
                  <a:pt x="1344160" y="493869"/>
                </a:lnTo>
                <a:lnTo>
                  <a:pt x="1382593" y="468469"/>
                </a:lnTo>
                <a:lnTo>
                  <a:pt x="1421327" y="455769"/>
                </a:lnTo>
                <a:lnTo>
                  <a:pt x="1539294" y="379569"/>
                </a:lnTo>
                <a:lnTo>
                  <a:pt x="1579194" y="366869"/>
                </a:lnTo>
                <a:lnTo>
                  <a:pt x="1659838" y="316069"/>
                </a:lnTo>
                <a:lnTo>
                  <a:pt x="1700574" y="303369"/>
                </a:lnTo>
                <a:lnTo>
                  <a:pt x="1741583" y="277969"/>
                </a:lnTo>
                <a:lnTo>
                  <a:pt x="1782859" y="265269"/>
                </a:lnTo>
                <a:lnTo>
                  <a:pt x="1824400" y="239869"/>
                </a:lnTo>
                <a:lnTo>
                  <a:pt x="1908261" y="214469"/>
                </a:lnTo>
                <a:lnTo>
                  <a:pt x="1950574" y="189069"/>
                </a:lnTo>
                <a:lnTo>
                  <a:pt x="2078998" y="150969"/>
                </a:lnTo>
                <a:lnTo>
                  <a:pt x="2122290" y="125569"/>
                </a:lnTo>
                <a:lnTo>
                  <a:pt x="2431726" y="36669"/>
                </a:lnTo>
                <a:lnTo>
                  <a:pt x="2476801" y="36669"/>
                </a:lnTo>
                <a:lnTo>
                  <a:pt x="2608132" y="0"/>
                </a:lnTo>
                <a:lnTo>
                  <a:pt x="2608132" y="1926101"/>
                </a:lnTo>
                <a:close/>
              </a:path>
            </a:pathLst>
          </a:custGeom>
          <a:solidFill>
            <a:srgbClr val="135CA0">
              <a:alpha val="95999"/>
            </a:srgbClr>
          </a:solidFill>
        </p:spPr>
        <p:txBody>
          <a:bodyPr wrap="square" lIns="0" tIns="0" rIns="0" bIns="0" rtlCol="0"/>
          <a:lstStyle/>
          <a:p>
            <a:endParaRPr/>
          </a:p>
        </p:txBody>
      </p:sp>
      <p:sp>
        <p:nvSpPr>
          <p:cNvPr id="38" name="TextBox 37">
            <a:extLst>
              <a:ext uri="{FF2B5EF4-FFF2-40B4-BE49-F238E27FC236}">
                <a16:creationId xmlns:a16="http://schemas.microsoft.com/office/drawing/2014/main" id="{F6DBF29F-AAFD-FC92-DC25-B617F051D667}"/>
              </a:ext>
            </a:extLst>
          </p:cNvPr>
          <p:cNvSpPr txBox="1"/>
          <p:nvPr/>
        </p:nvSpPr>
        <p:spPr>
          <a:xfrm>
            <a:off x="2667000" y="876300"/>
            <a:ext cx="9144000" cy="923330"/>
          </a:xfrm>
          <a:prstGeom prst="rect">
            <a:avLst/>
          </a:prstGeom>
          <a:noFill/>
        </p:spPr>
        <p:txBody>
          <a:bodyPr wrap="square">
            <a:spAutoFit/>
          </a:bodyPr>
          <a:lstStyle/>
          <a:p>
            <a:r>
              <a:rPr lang="en-IN" sz="5400" b="1" dirty="0">
                <a:latin typeface="+mj-lt"/>
              </a:rPr>
              <a:t>Future Work</a:t>
            </a:r>
          </a:p>
        </p:txBody>
      </p:sp>
      <p:sp>
        <p:nvSpPr>
          <p:cNvPr id="40" name="TextBox 39">
            <a:extLst>
              <a:ext uri="{FF2B5EF4-FFF2-40B4-BE49-F238E27FC236}">
                <a16:creationId xmlns:a16="http://schemas.microsoft.com/office/drawing/2014/main" id="{1F94F47A-6E4D-073B-2DB5-9E7CF620E168}"/>
              </a:ext>
            </a:extLst>
          </p:cNvPr>
          <p:cNvSpPr txBox="1"/>
          <p:nvPr/>
        </p:nvSpPr>
        <p:spPr>
          <a:xfrm>
            <a:off x="1371600" y="2423210"/>
            <a:ext cx="12344400" cy="4524315"/>
          </a:xfrm>
          <a:prstGeom prst="rect">
            <a:avLst/>
          </a:prstGeom>
          <a:noFill/>
        </p:spPr>
        <p:txBody>
          <a:bodyPr wrap="square">
            <a:spAutoFit/>
          </a:bodyPr>
          <a:lstStyle/>
          <a:p>
            <a:pPr>
              <a:buFont typeface="Wingdings" panose="05000000000000000000" pitchFamily="2" charset="2"/>
              <a:buChar char="Ø"/>
            </a:pPr>
            <a:r>
              <a:rPr lang="en-US" sz="3200" dirty="0">
                <a:solidFill>
                  <a:schemeClr val="bg1"/>
                </a:solidFill>
                <a:latin typeface="+mn-lt"/>
              </a:rPr>
              <a:t>Model Training – utilize the training dataset to train the chosen model.</a:t>
            </a:r>
          </a:p>
          <a:p>
            <a:pPr>
              <a:buFont typeface="Wingdings" panose="05000000000000000000" pitchFamily="2" charset="2"/>
              <a:buChar char="Ø"/>
            </a:pPr>
            <a:endParaRPr lang="en-US" sz="3200" dirty="0">
              <a:solidFill>
                <a:schemeClr val="bg1"/>
              </a:solidFill>
              <a:latin typeface="+mn-lt"/>
            </a:endParaRPr>
          </a:p>
          <a:p>
            <a:pPr>
              <a:buFont typeface="Wingdings" panose="05000000000000000000" pitchFamily="2" charset="2"/>
              <a:buChar char="Ø"/>
            </a:pPr>
            <a:r>
              <a:rPr lang="en-US" sz="3200" dirty="0">
                <a:solidFill>
                  <a:schemeClr val="bg1"/>
                </a:solidFill>
                <a:latin typeface="+mn-lt"/>
              </a:rPr>
              <a:t>Prediction Phase – create predictions for the test dataset. </a:t>
            </a:r>
          </a:p>
          <a:p>
            <a:pPr>
              <a:buFont typeface="Wingdings" panose="05000000000000000000" pitchFamily="2" charset="2"/>
              <a:buChar char="Ø"/>
            </a:pPr>
            <a:endParaRPr lang="en-US" sz="3200" dirty="0">
              <a:solidFill>
                <a:schemeClr val="bg1"/>
              </a:solidFill>
              <a:latin typeface="+mn-lt"/>
            </a:endParaRPr>
          </a:p>
          <a:p>
            <a:pPr>
              <a:buFont typeface="Wingdings" panose="05000000000000000000" pitchFamily="2" charset="2"/>
              <a:buChar char="Ø"/>
            </a:pPr>
            <a:r>
              <a:rPr lang="en-US" sz="3200" dirty="0">
                <a:solidFill>
                  <a:schemeClr val="bg1"/>
                </a:solidFill>
                <a:latin typeface="+mn-lt"/>
              </a:rPr>
              <a:t>Performance Evaluation – evaluate accuracy, ROC–AUC, and confusion matrix. </a:t>
            </a:r>
          </a:p>
          <a:p>
            <a:pPr>
              <a:buFont typeface="Wingdings" panose="05000000000000000000" pitchFamily="2" charset="2"/>
              <a:buChar char="Ø"/>
            </a:pPr>
            <a:endParaRPr lang="en-US" sz="3200" dirty="0">
              <a:solidFill>
                <a:schemeClr val="bg1"/>
              </a:solidFill>
              <a:latin typeface="+mn-lt"/>
            </a:endParaRPr>
          </a:p>
          <a:p>
            <a:pPr>
              <a:buFont typeface="Wingdings" panose="05000000000000000000" pitchFamily="2" charset="2"/>
              <a:buChar char="Ø"/>
            </a:pPr>
            <a:r>
              <a:rPr lang="en-US" sz="3200" dirty="0">
                <a:solidFill>
                  <a:schemeClr val="bg1"/>
                </a:solidFill>
                <a:latin typeface="+mn-lt"/>
              </a:rPr>
              <a:t>Documentation – get the final report done that covers methods and findings.</a:t>
            </a:r>
            <a:endParaRPr lang="en-IN" sz="3200" dirty="0">
              <a:solidFill>
                <a:schemeClr val="bg1"/>
              </a:solidFill>
              <a:latin typeface="+mn-lt"/>
            </a:endParaRPr>
          </a:p>
        </p:txBody>
      </p:sp>
      <p:pic>
        <p:nvPicPr>
          <p:cNvPr id="43" name="Picture 42">
            <a:extLst>
              <a:ext uri="{FF2B5EF4-FFF2-40B4-BE49-F238E27FC236}">
                <a16:creationId xmlns:a16="http://schemas.microsoft.com/office/drawing/2014/main" id="{ECFBF7EA-B464-7A41-6885-4F0C991C855F}"/>
              </a:ext>
            </a:extLst>
          </p:cNvPr>
          <p:cNvPicPr>
            <a:picLocks noChangeAspect="1"/>
          </p:cNvPicPr>
          <p:nvPr/>
        </p:nvPicPr>
        <p:blipFill>
          <a:blip r:embed="rId2"/>
          <a:stretch>
            <a:fillRect/>
          </a:stretch>
        </p:blipFill>
        <p:spPr>
          <a:xfrm>
            <a:off x="14033952" y="2459035"/>
            <a:ext cx="4230164" cy="591519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object 13"/>
          <p:cNvSpPr/>
          <p:nvPr/>
        </p:nvSpPr>
        <p:spPr>
          <a:xfrm>
            <a:off x="0" y="9340175"/>
            <a:ext cx="18288000" cy="947419"/>
          </a:xfrm>
          <a:custGeom>
            <a:avLst/>
            <a:gdLst/>
            <a:ahLst/>
            <a:cxnLst/>
            <a:rect l="l" t="t" r="r" b="b"/>
            <a:pathLst>
              <a:path w="18288000" h="947420">
                <a:moveTo>
                  <a:pt x="18287998" y="946824"/>
                </a:moveTo>
                <a:lnTo>
                  <a:pt x="0" y="946824"/>
                </a:lnTo>
                <a:lnTo>
                  <a:pt x="0" y="0"/>
                </a:lnTo>
                <a:lnTo>
                  <a:pt x="18287998" y="0"/>
                </a:lnTo>
                <a:lnTo>
                  <a:pt x="18287998" y="946824"/>
                </a:lnTo>
                <a:close/>
              </a:path>
            </a:pathLst>
          </a:custGeom>
          <a:solidFill>
            <a:srgbClr val="135CA0"/>
          </a:solidFill>
        </p:spPr>
        <p:txBody>
          <a:bodyPr wrap="square" lIns="0" tIns="0" rIns="0" bIns="0" rtlCol="0"/>
          <a:lstStyle/>
          <a:p>
            <a:endParaRPr/>
          </a:p>
        </p:txBody>
      </p:sp>
      <p:sp>
        <p:nvSpPr>
          <p:cNvPr id="14" name="object 14"/>
          <p:cNvSpPr/>
          <p:nvPr/>
        </p:nvSpPr>
        <p:spPr>
          <a:xfrm>
            <a:off x="0" y="0"/>
            <a:ext cx="18288000" cy="947419"/>
          </a:xfrm>
          <a:custGeom>
            <a:avLst/>
            <a:gdLst/>
            <a:ahLst/>
            <a:cxnLst/>
            <a:rect l="l" t="t" r="r" b="b"/>
            <a:pathLst>
              <a:path w="18288000" h="947419">
                <a:moveTo>
                  <a:pt x="18287998" y="946824"/>
                </a:moveTo>
                <a:lnTo>
                  <a:pt x="0" y="946824"/>
                </a:lnTo>
                <a:lnTo>
                  <a:pt x="0" y="0"/>
                </a:lnTo>
                <a:lnTo>
                  <a:pt x="18287998" y="0"/>
                </a:lnTo>
                <a:lnTo>
                  <a:pt x="18287998" y="946824"/>
                </a:lnTo>
                <a:close/>
              </a:path>
            </a:pathLst>
          </a:custGeom>
          <a:solidFill>
            <a:srgbClr val="135CA0"/>
          </a:solidFill>
        </p:spPr>
        <p:txBody>
          <a:bodyPr wrap="square" lIns="0" tIns="0" rIns="0" bIns="0" rtlCol="0"/>
          <a:lstStyle/>
          <a:p>
            <a:endParaRPr/>
          </a:p>
        </p:txBody>
      </p:sp>
      <p:sp>
        <p:nvSpPr>
          <p:cNvPr id="18" name="TextBox 17">
            <a:extLst>
              <a:ext uri="{FF2B5EF4-FFF2-40B4-BE49-F238E27FC236}">
                <a16:creationId xmlns:a16="http://schemas.microsoft.com/office/drawing/2014/main" id="{05407354-5522-BAAC-9D0B-93C53B1FA46B}"/>
              </a:ext>
            </a:extLst>
          </p:cNvPr>
          <p:cNvSpPr txBox="1"/>
          <p:nvPr/>
        </p:nvSpPr>
        <p:spPr>
          <a:xfrm>
            <a:off x="6629400" y="947419"/>
            <a:ext cx="9144000" cy="923330"/>
          </a:xfrm>
          <a:prstGeom prst="rect">
            <a:avLst/>
          </a:prstGeom>
          <a:noFill/>
        </p:spPr>
        <p:txBody>
          <a:bodyPr wrap="square">
            <a:spAutoFit/>
          </a:bodyPr>
          <a:lstStyle/>
          <a:p>
            <a:r>
              <a:rPr lang="en-IN" sz="5400" b="1" dirty="0"/>
              <a:t>References</a:t>
            </a:r>
          </a:p>
        </p:txBody>
      </p:sp>
      <p:sp>
        <p:nvSpPr>
          <p:cNvPr id="20" name="TextBox 19">
            <a:extLst>
              <a:ext uri="{FF2B5EF4-FFF2-40B4-BE49-F238E27FC236}">
                <a16:creationId xmlns:a16="http://schemas.microsoft.com/office/drawing/2014/main" id="{35444789-C408-6A7A-A59E-F4DB4C2B005F}"/>
              </a:ext>
            </a:extLst>
          </p:cNvPr>
          <p:cNvSpPr txBox="1"/>
          <p:nvPr/>
        </p:nvSpPr>
        <p:spPr>
          <a:xfrm>
            <a:off x="457200" y="2543085"/>
            <a:ext cx="16154400" cy="6124754"/>
          </a:xfrm>
          <a:prstGeom prst="rect">
            <a:avLst/>
          </a:prstGeom>
          <a:noFill/>
        </p:spPr>
        <p:txBody>
          <a:bodyPr wrap="square">
            <a:spAutoFit/>
          </a:bodyPr>
          <a:lstStyle/>
          <a:p>
            <a:pPr marL="342900" indent="-342900">
              <a:buFont typeface="Wingdings" panose="05000000000000000000" pitchFamily="2" charset="2"/>
              <a:buChar char="Ø"/>
            </a:pPr>
            <a:r>
              <a:rPr lang="en-IN" sz="2800" dirty="0">
                <a:solidFill>
                  <a:schemeClr val="tx1"/>
                </a:solidFill>
              </a:rPr>
              <a:t>Kumari, M. and Singh, V. (2018) “Breast Cancer Prediction system,” </a:t>
            </a:r>
            <a:r>
              <a:rPr lang="en-IN" sz="2800" i="1" dirty="0">
                <a:solidFill>
                  <a:schemeClr val="tx1"/>
                </a:solidFill>
              </a:rPr>
              <a:t>Procedia Computer Science</a:t>
            </a:r>
            <a:r>
              <a:rPr lang="en-IN" sz="2800" dirty="0">
                <a:solidFill>
                  <a:schemeClr val="tx1"/>
                </a:solidFill>
              </a:rPr>
              <a:t>, 132, pp. 371–376. Available at: https://doi.org/10.1016/j.procs.2018.05.197.</a:t>
            </a:r>
          </a:p>
          <a:p>
            <a:pPr>
              <a:buFont typeface="Wingdings" panose="05000000000000000000" pitchFamily="2" charset="2"/>
              <a:buChar char="Ø"/>
            </a:pPr>
            <a:endParaRPr lang="en-US" sz="2800" dirty="0">
              <a:solidFill>
                <a:schemeClr val="tx1"/>
              </a:solidFill>
              <a:latin typeface="+mn-lt"/>
            </a:endParaRPr>
          </a:p>
          <a:p>
            <a:pPr marL="342900" indent="-342900">
              <a:buFont typeface="Wingdings" panose="05000000000000000000" pitchFamily="2" charset="2"/>
              <a:buChar char="Ø"/>
            </a:pPr>
            <a:r>
              <a:rPr lang="en-US" sz="2800" dirty="0">
                <a:solidFill>
                  <a:schemeClr val="tx1"/>
                </a:solidFill>
              </a:rPr>
              <a:t>Kourou, K. </a:t>
            </a:r>
            <a:r>
              <a:rPr lang="en-US" sz="2800" i="1" dirty="0">
                <a:solidFill>
                  <a:schemeClr val="tx1"/>
                </a:solidFill>
              </a:rPr>
              <a:t>et al.</a:t>
            </a:r>
            <a:r>
              <a:rPr lang="en-US" sz="2800" dirty="0">
                <a:solidFill>
                  <a:schemeClr val="tx1"/>
                </a:solidFill>
              </a:rPr>
              <a:t> (2015) “Machine learning applications in cancer prognosis and prediction,” </a:t>
            </a:r>
            <a:r>
              <a:rPr lang="en-US" sz="2800" i="1" dirty="0">
                <a:solidFill>
                  <a:schemeClr val="tx1"/>
                </a:solidFill>
              </a:rPr>
              <a:t>Computational and Structural Biotechnology Journal</a:t>
            </a:r>
            <a:r>
              <a:rPr lang="en-US" sz="2800" dirty="0">
                <a:solidFill>
                  <a:schemeClr val="tx1"/>
                </a:solidFill>
              </a:rPr>
              <a:t>, 13, pp. 8–17. Available at: </a:t>
            </a:r>
            <a:r>
              <a:rPr lang="en-US" sz="2800" dirty="0">
                <a:solidFill>
                  <a:schemeClr val="tx1"/>
                </a:solidFill>
                <a:hlinkClick r:id="rId2">
                  <a:extLst>
                    <a:ext uri="{A12FA001-AC4F-418D-AE19-62706E023703}">
                      <ahyp:hlinkClr xmlns:ahyp="http://schemas.microsoft.com/office/drawing/2018/hyperlinkcolor" val="tx"/>
                    </a:ext>
                  </a:extLst>
                </a:hlinkClick>
              </a:rPr>
              <a:t>https://doi.org/10.1016/j.csbj.2014.11.005</a:t>
            </a:r>
            <a:r>
              <a:rPr lang="en-US" sz="2800" dirty="0">
                <a:solidFill>
                  <a:schemeClr val="tx1"/>
                </a:solidFill>
              </a:rPr>
              <a:t>.</a:t>
            </a:r>
          </a:p>
          <a:p>
            <a:pPr marL="342900" indent="-342900">
              <a:buFont typeface="Wingdings" panose="05000000000000000000" pitchFamily="2" charset="2"/>
              <a:buChar char="Ø"/>
            </a:pPr>
            <a:endParaRPr lang="en-US" sz="2800" dirty="0">
              <a:solidFill>
                <a:schemeClr val="tx1"/>
              </a:solidFill>
            </a:endParaRPr>
          </a:p>
          <a:p>
            <a:pPr marL="342900" indent="-342900">
              <a:buFont typeface="Wingdings" panose="05000000000000000000" pitchFamily="2" charset="2"/>
              <a:buChar char="Ø"/>
            </a:pPr>
            <a:r>
              <a:rPr lang="en-US" sz="2800" dirty="0">
                <a:solidFill>
                  <a:schemeClr val="tx1"/>
                </a:solidFill>
              </a:rPr>
              <a:t>Cruz, J.A. and Wishart, D.S. (2006) “Applications of Machine Learning in Cancer Prediction and Prognosis,” </a:t>
            </a:r>
            <a:r>
              <a:rPr lang="en-US" sz="2800" i="1" dirty="0">
                <a:solidFill>
                  <a:schemeClr val="tx1"/>
                </a:solidFill>
              </a:rPr>
              <a:t>Cancer Informatics</a:t>
            </a:r>
            <a:r>
              <a:rPr lang="en-US" sz="2800" dirty="0">
                <a:solidFill>
                  <a:schemeClr val="tx1"/>
                </a:solidFill>
              </a:rPr>
              <a:t>, 2, p. 117693510600200. Available at: </a:t>
            </a:r>
            <a:r>
              <a:rPr lang="en-US" sz="2800" dirty="0">
                <a:solidFill>
                  <a:schemeClr val="tx1"/>
                </a:solidFill>
                <a:hlinkClick r:id="rId3">
                  <a:extLst>
                    <a:ext uri="{A12FA001-AC4F-418D-AE19-62706E023703}">
                      <ahyp:hlinkClr xmlns:ahyp="http://schemas.microsoft.com/office/drawing/2018/hyperlinkcolor" val="tx"/>
                    </a:ext>
                  </a:extLst>
                </a:hlinkClick>
              </a:rPr>
              <a:t>https://doi.org/10.1177/117693510600200030</a:t>
            </a:r>
            <a:r>
              <a:rPr lang="en-US" sz="2800" dirty="0">
                <a:solidFill>
                  <a:schemeClr val="tx1"/>
                </a:solidFill>
              </a:rPr>
              <a:t>.</a:t>
            </a:r>
          </a:p>
          <a:p>
            <a:pPr marL="342900" indent="-342900">
              <a:buFont typeface="Wingdings" panose="05000000000000000000" pitchFamily="2" charset="2"/>
              <a:buChar char="Ø"/>
            </a:pPr>
            <a:endParaRPr lang="en-US" sz="2800" dirty="0">
              <a:solidFill>
                <a:schemeClr val="tx1"/>
              </a:solidFill>
            </a:endParaRPr>
          </a:p>
          <a:p>
            <a:pPr marL="342900" indent="-342900">
              <a:buFont typeface="Wingdings" panose="05000000000000000000" pitchFamily="2" charset="2"/>
              <a:buChar char="Ø"/>
            </a:pPr>
            <a:r>
              <a:rPr lang="en-US" sz="2800" dirty="0">
                <a:solidFill>
                  <a:schemeClr val="tx1"/>
                </a:solidFill>
              </a:rPr>
              <a:t>Kadir, T. and Gleeson, F. (2018) “ cancer prediction using machine learning and advanced imaging techniques,” </a:t>
            </a:r>
            <a:r>
              <a:rPr lang="en-US" sz="2800" i="1" dirty="0">
                <a:solidFill>
                  <a:schemeClr val="tx1"/>
                </a:solidFill>
              </a:rPr>
              <a:t>Translational Lung Cancer Research</a:t>
            </a:r>
            <a:r>
              <a:rPr lang="en-US" sz="2800" dirty="0">
                <a:solidFill>
                  <a:schemeClr val="tx1"/>
                </a:solidFill>
              </a:rPr>
              <a:t>, 7(3), pp. 304–312. Available at: https://doi.org/10.21037/tlcr.2018.05.15.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p:nvPr/>
        </p:nvSpPr>
        <p:spPr>
          <a:xfrm>
            <a:off x="12398911" y="0"/>
            <a:ext cx="5890260" cy="757555"/>
          </a:xfrm>
          <a:custGeom>
            <a:avLst/>
            <a:gdLst/>
            <a:ahLst/>
            <a:cxnLst/>
            <a:rect l="l" t="t" r="r" b="b"/>
            <a:pathLst>
              <a:path w="5890259" h="757555">
                <a:moveTo>
                  <a:pt x="5890090" y="756959"/>
                </a:moveTo>
                <a:lnTo>
                  <a:pt x="0" y="756959"/>
                </a:lnTo>
                <a:lnTo>
                  <a:pt x="0" y="0"/>
                </a:lnTo>
                <a:lnTo>
                  <a:pt x="5890090" y="0"/>
                </a:lnTo>
                <a:lnTo>
                  <a:pt x="5890090" y="756959"/>
                </a:lnTo>
                <a:close/>
              </a:path>
            </a:pathLst>
          </a:custGeom>
          <a:solidFill>
            <a:srgbClr val="5B98B9"/>
          </a:solidFill>
        </p:spPr>
        <p:txBody>
          <a:bodyPr wrap="square" lIns="0" tIns="0" rIns="0" bIns="0" rtlCol="0"/>
          <a:lstStyle/>
          <a:p>
            <a:endParaRPr/>
          </a:p>
        </p:txBody>
      </p:sp>
      <p:sp>
        <p:nvSpPr>
          <p:cNvPr id="15" name="object 15"/>
          <p:cNvSpPr/>
          <p:nvPr/>
        </p:nvSpPr>
        <p:spPr>
          <a:xfrm>
            <a:off x="12398911" y="9530040"/>
            <a:ext cx="5890260" cy="757555"/>
          </a:xfrm>
          <a:custGeom>
            <a:avLst/>
            <a:gdLst/>
            <a:ahLst/>
            <a:cxnLst/>
            <a:rect l="l" t="t" r="r" b="b"/>
            <a:pathLst>
              <a:path w="5890259" h="757554">
                <a:moveTo>
                  <a:pt x="5890090" y="756959"/>
                </a:moveTo>
                <a:lnTo>
                  <a:pt x="0" y="756959"/>
                </a:lnTo>
                <a:lnTo>
                  <a:pt x="0" y="0"/>
                </a:lnTo>
                <a:lnTo>
                  <a:pt x="5890090" y="0"/>
                </a:lnTo>
                <a:lnTo>
                  <a:pt x="5890090" y="756959"/>
                </a:lnTo>
                <a:close/>
              </a:path>
            </a:pathLst>
          </a:custGeom>
          <a:solidFill>
            <a:srgbClr val="5B98B9"/>
          </a:solidFill>
        </p:spPr>
        <p:txBody>
          <a:bodyPr wrap="square" lIns="0" tIns="0" rIns="0" bIns="0" rtlCol="0"/>
          <a:lstStyle/>
          <a:p>
            <a:endParaRPr/>
          </a:p>
        </p:txBody>
      </p:sp>
      <p:sp>
        <p:nvSpPr>
          <p:cNvPr id="19" name="Title 18">
            <a:extLst>
              <a:ext uri="{FF2B5EF4-FFF2-40B4-BE49-F238E27FC236}">
                <a16:creationId xmlns:a16="http://schemas.microsoft.com/office/drawing/2014/main" id="{7CF66673-E98E-E561-BF8F-F5B49D8CAA41}"/>
              </a:ext>
            </a:extLst>
          </p:cNvPr>
          <p:cNvSpPr>
            <a:spLocks noGrp="1"/>
          </p:cNvSpPr>
          <p:nvPr>
            <p:ph type="title"/>
          </p:nvPr>
        </p:nvSpPr>
        <p:spPr/>
        <p:txBody>
          <a:bodyPr/>
          <a:lstStyle/>
          <a:p>
            <a:endParaRPr lang="en-IN"/>
          </a:p>
        </p:txBody>
      </p:sp>
      <p:pic>
        <p:nvPicPr>
          <p:cNvPr id="4098" name="Picture 2" descr="1,800+ Thank You Presentation Stock Photos, Pictures &amp; Royalty-Free Images  - iStock | Thank you for listening, Thank you sign, Thank you note">
            <a:extLst>
              <a:ext uri="{FF2B5EF4-FFF2-40B4-BE49-F238E27FC236}">
                <a16:creationId xmlns:a16="http://schemas.microsoft.com/office/drawing/2014/main" id="{1946EF1D-A6B8-F4C8-67B8-2E7B5377F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9" y="757555"/>
            <a:ext cx="17830800" cy="87724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35CA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TotalTime>
  <Words>734</Words>
  <Application>Microsoft Office PowerPoint</Application>
  <PresentationFormat>Custom</PresentationFormat>
  <Paragraphs>97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Lucida Sans Unicode</vt:lpstr>
      <vt:lpstr>Tahoma</vt:lpstr>
      <vt:lpstr>Wingdings</vt:lpstr>
      <vt:lpstr>Office Theme</vt:lpstr>
      <vt:lpstr>PowerPoint Presentation</vt:lpstr>
      <vt:lpstr>Overview</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Sruthi Dubba</dc:creator>
  <cp:keywords>DAG5-xHkoy0,BAG5-6iY1Xw,0</cp:keywords>
  <cp:lastModifiedBy>SRUTHI DUBBA</cp:lastModifiedBy>
  <cp:revision>6</cp:revision>
  <dcterms:created xsi:type="dcterms:W3CDTF">2025-11-28T11:54:04Z</dcterms:created>
  <dcterms:modified xsi:type="dcterms:W3CDTF">2025-11-28T14:22:56Z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2025-11-28T00:00:00Z</vt:filetime>
  </property>
  <property fmtid="{D5CDD505-2E9C-101B-9397-08002B2CF9AE}" pid="3" name="Creator">
    <vt:lpwstr>Canva</vt:lpwstr>
  </property>
  <property fmtid="{D5CDD505-2E9C-101B-9397-08002B2CF9AE}" pid="4" name="LastSaved">
    <vt:filetime>2025-11-28T00:00:00Z</vt:filetime>
  </property>
  <property fmtid="{D5CDD505-2E9C-101B-9397-08002B2CF9AE}" pid="5" name="Producer">
    <vt:lpwstr>Canva</vt:lpwstr>
  </property>
</Properties>
</file>